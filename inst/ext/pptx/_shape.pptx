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28"/>
    <p:restoredTop sz="94694"/>
  </p:normalViewPr>
  <p:slideViewPr>
    <p:cSldViewPr>
      <p:cViewPr varScale="1">
        <p:scale>
          <a:sx n="117" d="100"/>
          <a:sy n="117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644591989898524"/>
          <c:y val="1.6540560654924319E-2"/>
          <c:w val="0.41435932358585625"/>
          <c:h val="0.75647243478426807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FF-014E-BFFB-A1D382E080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FF-014E-BFFB-A1D382E080F4}"/>
              </c:ext>
            </c:extLst>
          </c:dPt>
          <c:cat>
            <c:strRef>
              <c:f>Tabelle1!$A$2:$A$3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73-E74F-BC37-BF14314CD2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F4C1-0F64-5D11-A6E9-F01C00D06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F327EC-F1F3-53C2-9D07-D3F4C07D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940966"/>
          </a:xfrm>
        </p:spPr>
        <p:txBody>
          <a:bodyPr/>
          <a:lstStyle/>
          <a:p>
            <a:r>
              <a:rPr lang="de-DE" u="sng" dirty="0"/>
              <a:t>Title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E37EE2FB-9568-6BBB-3046-BC0A32DC9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972816"/>
          </a:xfrm>
          <a:solidFill>
            <a:schemeClr val="accent2"/>
          </a:solidFill>
        </p:spPr>
        <p:txBody>
          <a:bodyPr/>
          <a:lstStyle/>
          <a:p>
            <a:r>
              <a:rPr lang="de-DE" dirty="0">
                <a:highlight>
                  <a:srgbClr val="FFFF00"/>
                </a:highlight>
              </a:rPr>
              <a:t>Bullet 1</a:t>
            </a:r>
          </a:p>
          <a:p>
            <a:r>
              <a:rPr lang="de-DE" dirty="0">
                <a:highlight>
                  <a:srgbClr val="FFFF00"/>
                </a:highlight>
              </a:rPr>
              <a:t>Bullet 2</a:t>
            </a:r>
          </a:p>
          <a:p>
            <a:endParaRPr lang="de-DE" dirty="0">
              <a:highlight>
                <a:srgbClr val="FFFF00"/>
              </a:highlight>
            </a:endParaRP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3FDDFBBB-3503-0828-EC3F-DA109FC67B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568729"/>
              </p:ext>
            </p:extLst>
          </p:nvPr>
        </p:nvGraphicFramePr>
        <p:xfrm>
          <a:off x="4860032" y="1600201"/>
          <a:ext cx="3826768" cy="1972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C0E052E1-757C-7314-3BF4-91E467426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261970"/>
              </p:ext>
            </p:extLst>
          </p:nvPr>
        </p:nvGraphicFramePr>
        <p:xfrm>
          <a:off x="4860032" y="4149080"/>
          <a:ext cx="3849741" cy="193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247">
                  <a:extLst>
                    <a:ext uri="{9D8B030D-6E8A-4147-A177-3AD203B41FA5}">
                      <a16:colId xmlns:a16="http://schemas.microsoft.com/office/drawing/2014/main" val="1270870166"/>
                    </a:ext>
                  </a:extLst>
                </a:gridCol>
                <a:gridCol w="1283247">
                  <a:extLst>
                    <a:ext uri="{9D8B030D-6E8A-4147-A177-3AD203B41FA5}">
                      <a16:colId xmlns:a16="http://schemas.microsoft.com/office/drawing/2014/main" val="2343253423"/>
                    </a:ext>
                  </a:extLst>
                </a:gridCol>
                <a:gridCol w="1283247">
                  <a:extLst>
                    <a:ext uri="{9D8B030D-6E8A-4147-A177-3AD203B41FA5}">
                      <a16:colId xmlns:a16="http://schemas.microsoft.com/office/drawing/2014/main" val="4138178146"/>
                    </a:ext>
                  </a:extLst>
                </a:gridCol>
              </a:tblGrid>
              <a:tr h="484703"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624455"/>
                  </a:ext>
                </a:extLst>
              </a:tr>
              <a:tr h="484703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2014"/>
                  </a:ext>
                </a:extLst>
              </a:tr>
              <a:tr h="484703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759543"/>
                  </a:ext>
                </a:extLst>
              </a:tr>
              <a:tr h="484703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190602"/>
                  </a:ext>
                </a:extLst>
              </a:tr>
            </a:tbl>
          </a:graphicData>
        </a:graphic>
      </p:graphicFrame>
      <p:sp>
        <p:nvSpPr>
          <p:cNvPr id="11" name="RoundRect">
            <a:extLst>
              <a:ext uri="{FF2B5EF4-FFF2-40B4-BE49-F238E27FC236}">
                <a16:creationId xmlns:a16="http://schemas.microsoft.com/office/drawing/2014/main" id="{9C2F1755-6A10-BBBE-10E2-949524824C3D}"/>
              </a:ext>
            </a:extLst>
          </p:cNvPr>
          <p:cNvSpPr/>
          <p:nvPr/>
        </p:nvSpPr>
        <p:spPr>
          <a:xfrm>
            <a:off x="457200" y="4149080"/>
            <a:ext cx="4038600" cy="19388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983A1C6B-6515-8C01-2E03-268F2395A7EE}"/>
              </a:ext>
            </a:extLst>
          </p:cNvPr>
          <p:cNvSpPr/>
          <p:nvPr/>
        </p:nvSpPr>
        <p:spPr>
          <a:xfrm>
            <a:off x="5673443" y="235897"/>
            <a:ext cx="2222918" cy="1168078"/>
          </a:xfrm>
          <a:custGeom>
            <a:avLst/>
            <a:gdLst>
              <a:gd name="connsiteX0" fmla="*/ 0 w 1262743"/>
              <a:gd name="connsiteY0" fmla="*/ 65314 h 794657"/>
              <a:gd name="connsiteX1" fmla="*/ 272143 w 1262743"/>
              <a:gd name="connsiteY1" fmla="*/ 794657 h 794657"/>
              <a:gd name="connsiteX2" fmla="*/ 1262743 w 1262743"/>
              <a:gd name="connsiteY2" fmla="*/ 0 h 794657"/>
              <a:gd name="connsiteX3" fmla="*/ 0 w 1262743"/>
              <a:gd name="connsiteY3" fmla="*/ 65314 h 79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2743" h="794657">
                <a:moveTo>
                  <a:pt x="0" y="65314"/>
                </a:moveTo>
                <a:lnTo>
                  <a:pt x="272143" y="794657"/>
                </a:lnTo>
                <a:lnTo>
                  <a:pt x="1262743" y="0"/>
                </a:lnTo>
                <a:lnTo>
                  <a:pt x="0" y="6531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Custom Shape</a:t>
            </a:r>
          </a:p>
        </p:txBody>
      </p:sp>
    </p:spTree>
    <p:extLst>
      <p:ext uri="{BB962C8B-B14F-4D97-AF65-F5344CB8AC3E}">
        <p14:creationId xmlns:p14="http://schemas.microsoft.com/office/powerpoint/2010/main" val="15401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05015-5092-648B-EDA2-46937F3F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3BBC6D-EA5A-76D0-612B-53B725E0FE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Left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623824-0104-6014-4A32-2517AE3104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26764884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Bildschirmpräsentation (4:3)</PresentationFormat>
  <Paragraphs>19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31</cp:revision>
  <dcterms:created xsi:type="dcterms:W3CDTF">2017-02-13T16:18:36Z</dcterms:created>
  <dcterms:modified xsi:type="dcterms:W3CDTF">2025-03-09T15:18:41Z</dcterms:modified>
  <cp:category/>
</cp:coreProperties>
</file>