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/>
    <p:restoredTop sz="94654"/>
  </p:normalViewPr>
  <p:slideViewPr>
    <p:cSldViewPr>
      <p:cViewPr varScale="1">
        <p:scale>
          <a:sx n="92" d="100"/>
          <a:sy n="92" d="100"/>
        </p:scale>
        <p:origin x="168" y="11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b="1" dirty="0">
                <a:highlight>
                  <a:srgbClr val="FFFF00"/>
                </a:highlight>
              </a:rPr>
              <a:t>{1}</a:t>
            </a:r>
            <a:r>
              <a:rPr lang="de-DE" b="1" dirty="0"/>
              <a:t> </a:t>
            </a:r>
            <a:r>
              <a:rPr lang="de-DE" b="1" u="sng" dirty="0">
                <a:solidFill>
                  <a:srgbClr val="0070C0"/>
                </a:solidFill>
                <a:highlight>
                  <a:srgbClr val="C0C0C0"/>
                </a:highlight>
              </a:rPr>
              <a:t>{1}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3D3B839E-AF84-2834-C190-5010EE836DA0}"/>
              </a:ext>
            </a:extLst>
          </p:cNvPr>
          <p:cNvSpPr txBox="1">
            <a:spLocks/>
          </p:cNvSpPr>
          <p:nvPr/>
        </p:nvSpPr>
        <p:spPr>
          <a:xfrm>
            <a:off x="371474" y="1436925"/>
            <a:ext cx="8315325" cy="42125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F0"/>
                </a:solidFill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and </a:t>
            </a:r>
            <a:r>
              <a:rPr lang="de-DE" sz="2000" dirty="0"/>
              <a:t>{</a:t>
            </a:r>
            <a:r>
              <a:rPr lang="de-DE" dirty="0"/>
              <a:t>1}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{1} xxx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</a:t>
            </a:r>
            <a:r>
              <a:rPr lang="de-DE" dirty="0">
                <a:solidFill>
                  <a:srgbClr val="00B0F0"/>
                </a:solidFill>
                <a:highlight>
                  <a:srgbClr val="00FFFF"/>
                </a:highlight>
              </a:rPr>
              <a:t>{</a:t>
            </a:r>
            <a:r>
              <a:rPr lang="de-DE" dirty="0"/>
              <a:t>1}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50"/>
                </a:solidFill>
              </a:rPr>
              <a:t>xxx </a:t>
            </a:r>
            <a:r>
              <a:rPr lang="de-DE" sz="1000" dirty="0">
                <a:solidFill>
                  <a:srgbClr val="00B050"/>
                </a:solidFill>
              </a:rPr>
              <a:t>{</a:t>
            </a:r>
            <a:r>
              <a:rPr lang="de-DE" dirty="0">
                <a:solidFill>
                  <a:srgbClr val="00B050"/>
                </a:solidFill>
              </a:rPr>
              <a:t>1} xxx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F0"/>
                </a:solidFill>
              </a:rPr>
              <a:t>@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@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and </a:t>
            </a:r>
            <a:r>
              <a:rPr lang="de-DE" sz="3600" dirty="0"/>
              <a:t>@</a:t>
            </a:r>
            <a:endParaRPr lang="de-DE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@ xxx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</a:t>
            </a:r>
            <a:r>
              <a:rPr lang="de-DE" dirty="0">
                <a:solidFill>
                  <a:srgbClr val="00B0F0"/>
                </a:solidFill>
                <a:highlight>
                  <a:srgbClr val="00FFFF"/>
                </a:highlight>
              </a:rPr>
              <a:t>@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50"/>
                </a:solidFill>
              </a:rPr>
              <a:t>xxx </a:t>
            </a:r>
            <a:r>
              <a:rPr lang="de-DE" sz="1400" dirty="0">
                <a:solidFill>
                  <a:srgbClr val="00B050"/>
                </a:solidFill>
              </a:rPr>
              <a:t>@</a:t>
            </a:r>
            <a:r>
              <a:rPr lang="de-DE" dirty="0">
                <a:solidFill>
                  <a:srgbClr val="00B050"/>
                </a:solidFill>
              </a:rPr>
              <a:t> xxx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5731520" y="1436925"/>
            <a:ext cx="2955279" cy="23042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Inside </a:t>
            </a:r>
            <a:r>
              <a:rPr lang="de-DE" sz="1600" dirty="0" err="1">
                <a:solidFill>
                  <a:schemeClr val="tx1"/>
                </a:solidFill>
              </a:rPr>
              <a:t>shape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b="1" dirty="0">
                <a:solidFill>
                  <a:schemeClr val="tx1"/>
                </a:solidFill>
                <a:highlight>
                  <a:srgbClr val="FF0000"/>
                </a:highlight>
              </a:rPr>
              <a:t>{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1}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5728568" y="4005064"/>
            <a:ext cx="2955279" cy="23042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Inside </a:t>
            </a:r>
            <a:r>
              <a:rPr lang="de-DE" sz="1600" dirty="0" err="1">
                <a:solidFill>
                  <a:schemeClr val="tx1"/>
                </a:solidFill>
              </a:rPr>
              <a:t>shape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b="1" dirty="0">
                <a:solidFill>
                  <a:srgbClr val="00B0F0"/>
                </a:solidFill>
              </a:rPr>
              <a:t>@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8DA9C-D112-D052-4BFA-B1C4368B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77C6AD5-3AA7-5663-D116-682D1B87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 to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b="1" dirty="0">
                <a:highlight>
                  <a:srgbClr val="FFFF00"/>
                </a:highlight>
              </a:rPr>
              <a:t>[2]</a:t>
            </a:r>
            <a:r>
              <a:rPr lang="de-DE" b="1" dirty="0"/>
              <a:t> </a:t>
            </a:r>
            <a:r>
              <a:rPr lang="de-DE" b="1" u="sng" dirty="0">
                <a:solidFill>
                  <a:srgbClr val="0070C0"/>
                </a:solidFill>
                <a:highlight>
                  <a:srgbClr val="C0C0C0"/>
                </a:highlight>
              </a:rPr>
              <a:t>[[2]]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AB3E2EB2-FA1E-F69E-5E2E-562E1EC10F24}"/>
              </a:ext>
            </a:extLst>
          </p:cNvPr>
          <p:cNvSpPr txBox="1">
            <a:spLocks/>
          </p:cNvSpPr>
          <p:nvPr/>
        </p:nvSpPr>
        <p:spPr>
          <a:xfrm>
            <a:off x="371474" y="1436925"/>
            <a:ext cx="8315325" cy="42125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F0"/>
                </a:solidFill>
              </a:rPr>
              <a:t>[</a:t>
            </a:r>
            <a:r>
              <a:rPr lang="de-DE" dirty="0">
                <a:solidFill>
                  <a:srgbClr val="FF0000"/>
                </a:solidFill>
              </a:rPr>
              <a:t>2]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[2</a:t>
            </a:r>
            <a:r>
              <a:rPr lang="de-DE" dirty="0">
                <a:solidFill>
                  <a:srgbClr val="FF0000"/>
                </a:solidFill>
              </a:rPr>
              <a:t>] </a:t>
            </a:r>
            <a:r>
              <a:rPr lang="de-DE" dirty="0"/>
              <a:t>and </a:t>
            </a:r>
            <a:r>
              <a:rPr lang="de-DE" sz="2000" dirty="0"/>
              <a:t>[2</a:t>
            </a:r>
            <a:r>
              <a:rPr lang="de-DE" dirty="0"/>
              <a:t>]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[2] xxx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</a:t>
            </a:r>
            <a:r>
              <a:rPr lang="de-DE" dirty="0">
                <a:solidFill>
                  <a:srgbClr val="00B0F0"/>
                </a:solidFill>
                <a:highlight>
                  <a:srgbClr val="00FFFF"/>
                </a:highlight>
              </a:rPr>
              <a:t>[</a:t>
            </a:r>
            <a:r>
              <a:rPr lang="de-DE" dirty="0"/>
              <a:t>2]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50"/>
                </a:solidFill>
              </a:rPr>
              <a:t>xxx </a:t>
            </a:r>
            <a:r>
              <a:rPr lang="de-DE" sz="1000" dirty="0">
                <a:solidFill>
                  <a:srgbClr val="00B050"/>
                </a:solidFill>
              </a:rPr>
              <a:t>[</a:t>
            </a:r>
            <a:r>
              <a:rPr lang="de-DE" dirty="0">
                <a:solidFill>
                  <a:srgbClr val="00B050"/>
                </a:solidFill>
              </a:rPr>
              <a:t>2] xxx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F0"/>
                </a:solidFill>
              </a:rPr>
              <a:t>[]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[]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and </a:t>
            </a:r>
            <a:r>
              <a:rPr lang="de-DE" sz="3600" dirty="0"/>
              <a:t>[]</a:t>
            </a:r>
            <a:endParaRPr lang="de-DE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[] xxx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</a:t>
            </a:r>
            <a:r>
              <a:rPr lang="de-DE" dirty="0">
                <a:solidFill>
                  <a:srgbClr val="00B0F0"/>
                </a:solidFill>
                <a:highlight>
                  <a:srgbClr val="00FFFF"/>
                </a:highlight>
              </a:rPr>
              <a:t>[]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50"/>
                </a:solidFill>
              </a:rPr>
              <a:t>xxx </a:t>
            </a:r>
            <a:r>
              <a:rPr lang="de-DE" sz="1400" dirty="0">
                <a:solidFill>
                  <a:srgbClr val="00B050"/>
                </a:solidFill>
              </a:rPr>
              <a:t>[]</a:t>
            </a:r>
            <a:r>
              <a:rPr lang="de-DE" dirty="0">
                <a:solidFill>
                  <a:srgbClr val="00B050"/>
                </a:solidFill>
              </a:rPr>
              <a:t> xxx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255A772-EECD-7916-5F37-07ADA0216337}"/>
              </a:ext>
            </a:extLst>
          </p:cNvPr>
          <p:cNvSpPr/>
          <p:nvPr/>
        </p:nvSpPr>
        <p:spPr>
          <a:xfrm>
            <a:off x="5731520" y="1436925"/>
            <a:ext cx="2955279" cy="23042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Inside </a:t>
            </a:r>
            <a:r>
              <a:rPr lang="de-DE" sz="1600" dirty="0" err="1">
                <a:solidFill>
                  <a:schemeClr val="tx1"/>
                </a:solidFill>
              </a:rPr>
              <a:t>shape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b="1" dirty="0">
                <a:solidFill>
                  <a:schemeClr val="tx1"/>
                </a:solidFill>
                <a:highlight>
                  <a:srgbClr val="FF0000"/>
                </a:highlight>
              </a:rPr>
              <a:t>[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2]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50C0EB4-DC2C-ECEE-E6AF-B136605D7A5A}"/>
              </a:ext>
            </a:extLst>
          </p:cNvPr>
          <p:cNvSpPr/>
          <p:nvPr/>
        </p:nvSpPr>
        <p:spPr>
          <a:xfrm>
            <a:off x="5728568" y="4005064"/>
            <a:ext cx="2955279" cy="23042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Inside </a:t>
            </a:r>
            <a:r>
              <a:rPr lang="de-DE" sz="1600" dirty="0" err="1">
                <a:solidFill>
                  <a:schemeClr val="tx1"/>
                </a:solidFill>
              </a:rPr>
              <a:t>shape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b="1" dirty="0">
                <a:solidFill>
                  <a:srgbClr val="00B0F0"/>
                </a:solidFill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21016826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Macintosh PowerPoint</Application>
  <PresentationFormat>Bildschirmpräsentation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Header to replace {1} {1}</vt:lpstr>
      <vt:lpstr>Header to replace [2] [[2]]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14</cp:revision>
  <dcterms:created xsi:type="dcterms:W3CDTF">2017-02-13T16:18:36Z</dcterms:created>
  <dcterms:modified xsi:type="dcterms:W3CDTF">2026-08-15T11:33:49Z</dcterms:modified>
  <cp:category/>
</cp:coreProperties>
</file>