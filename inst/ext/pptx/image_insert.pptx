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997"/>
    <p:restoredTop sz="94694"/>
  </p:normalViewPr>
  <p:slideViewPr>
    <p:cSldViewPr>
      <p:cViewPr varScale="1">
        <p:scale>
          <a:sx n="117" d="100"/>
          <a:sy n="117" d="100"/>
        </p:scale>
        <p:origin x="107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08/06/2024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Insert </a:t>
            </a:r>
            <a:r>
              <a:rPr lang="de-DE" dirty="0" err="1"/>
              <a:t>image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625081" y="1556792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4802247" y="1556792"/>
            <a:ext cx="3716671" cy="2326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{2}</a:t>
            </a:r>
            <a:endParaRPr lang="de-DE" sz="1600" b="1" dirty="0">
              <a:solidFill>
                <a:srgbClr val="00B0F0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C97E5DE-2F7A-83F7-D17C-95E14826B2FC}"/>
              </a:ext>
            </a:extLst>
          </p:cNvPr>
          <p:cNvSpPr/>
          <p:nvPr/>
        </p:nvSpPr>
        <p:spPr>
          <a:xfrm>
            <a:off x="625081" y="4137788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Insert </a:t>
            </a:r>
            <a:r>
              <a:rPr lang="de-DE" dirty="0" err="1"/>
              <a:t>image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625081" y="1556792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{3}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4802247" y="1556792"/>
            <a:ext cx="3716671" cy="2326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{4}</a:t>
            </a:r>
            <a:endParaRPr lang="de-DE" sz="1600" b="1" dirty="0">
              <a:solidFill>
                <a:srgbClr val="00B0F0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7CCB8A6-9F8E-11D2-6133-6B430F62E1C9}"/>
              </a:ext>
            </a:extLst>
          </p:cNvPr>
          <p:cNvSpPr/>
          <p:nvPr/>
        </p:nvSpPr>
        <p:spPr>
          <a:xfrm>
            <a:off x="625081" y="4137788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</p:spTree>
    <p:extLst>
      <p:ext uri="{BB962C8B-B14F-4D97-AF65-F5344CB8AC3E}">
        <p14:creationId xmlns:p14="http://schemas.microsoft.com/office/powerpoint/2010/main" val="716022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PresentationFormat>Bildschirmpräsentation 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Insert image</vt:lpstr>
      <vt:lpstr>Insert image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20</cp:revision>
  <dcterms:created xsi:type="dcterms:W3CDTF">2017-02-13T16:18:36Z</dcterms:created>
  <dcterms:modified xsi:type="dcterms:W3CDTF">2024-06-08T11:48:41Z</dcterms:modified>
  <cp:category/>
</cp:coreProperties>
</file>