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76"/>
    <p:restoredTop sz="94694"/>
  </p:normalViewPr>
  <p:slideViewPr>
    <p:cSldViewPr>
      <p:cViewPr varScale="1">
        <p:scale>
          <a:sx n="148" d="100"/>
          <a:sy n="148" d="100"/>
        </p:scale>
        <p:origin x="7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7800C0F5-9CC5-D424-96B1-94B843672608}"/>
              </a:ext>
            </a:extLst>
          </p:cNvPr>
          <p:cNvSpPr/>
          <p:nvPr/>
        </p:nvSpPr>
        <p:spPr>
          <a:xfrm>
            <a:off x="539552" y="2308819"/>
            <a:ext cx="2016224" cy="11521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Box 1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08FE0FC-4BDE-3141-8F66-9394C67FD6F4}"/>
              </a:ext>
            </a:extLst>
          </p:cNvPr>
          <p:cNvSpPr/>
          <p:nvPr/>
        </p:nvSpPr>
        <p:spPr>
          <a:xfrm>
            <a:off x="2699454" y="2380827"/>
            <a:ext cx="2016224" cy="115212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Box 2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30093F64-5CF3-4102-6644-149D9ED0B910}"/>
              </a:ext>
            </a:extLst>
          </p:cNvPr>
          <p:cNvGrpSpPr/>
          <p:nvPr/>
        </p:nvGrpSpPr>
        <p:grpSpPr>
          <a:xfrm>
            <a:off x="539552" y="3336962"/>
            <a:ext cx="4464496" cy="1152128"/>
            <a:chOff x="539552" y="3212976"/>
            <a:chExt cx="4464496" cy="1152128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826EBF7-8F69-9971-8B98-19C19C2600FF}"/>
                </a:ext>
              </a:extLst>
            </p:cNvPr>
            <p:cNvSpPr/>
            <p:nvPr/>
          </p:nvSpPr>
          <p:spPr>
            <a:xfrm>
              <a:off x="539552" y="3212976"/>
              <a:ext cx="2016224" cy="115212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Box 3.1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5D4633D0-DDE7-CEE9-4E04-CEA9ED45147D}"/>
                </a:ext>
              </a:extLst>
            </p:cNvPr>
            <p:cNvSpPr/>
            <p:nvPr/>
          </p:nvSpPr>
          <p:spPr>
            <a:xfrm>
              <a:off x="2987824" y="3212976"/>
              <a:ext cx="2016224" cy="115212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Box 3.2</a:t>
              </a:r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FD2B2A0-74CD-7398-C674-BCCAF2D0858D}"/>
              </a:ext>
            </a:extLst>
          </p:cNvPr>
          <p:cNvGrpSpPr/>
          <p:nvPr/>
        </p:nvGrpSpPr>
        <p:grpSpPr>
          <a:xfrm>
            <a:off x="1763688" y="4365104"/>
            <a:ext cx="3528392" cy="1152128"/>
            <a:chOff x="539552" y="3212976"/>
            <a:chExt cx="3528392" cy="115212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204D3E07-67C7-61F0-813A-7D6E03169966}"/>
                </a:ext>
              </a:extLst>
            </p:cNvPr>
            <p:cNvSpPr/>
            <p:nvPr/>
          </p:nvSpPr>
          <p:spPr>
            <a:xfrm>
              <a:off x="2051720" y="3212976"/>
              <a:ext cx="2016224" cy="115212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Box 4.2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56EA6945-10D4-76E4-B17F-4851E53B8BFB}"/>
                </a:ext>
              </a:extLst>
            </p:cNvPr>
            <p:cNvSpPr/>
            <p:nvPr/>
          </p:nvSpPr>
          <p:spPr>
            <a:xfrm>
              <a:off x="539552" y="3212976"/>
              <a:ext cx="2016224" cy="115212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Box 4.1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C11A4CD-DA3F-C46C-80A7-BEAF4DBEA40F}"/>
              </a:ext>
            </a:extLst>
          </p:cNvPr>
          <p:cNvGrpSpPr/>
          <p:nvPr/>
        </p:nvGrpSpPr>
        <p:grpSpPr>
          <a:xfrm>
            <a:off x="3419872" y="1412776"/>
            <a:ext cx="4321157" cy="2160240"/>
            <a:chOff x="3419872" y="692696"/>
            <a:chExt cx="4321157" cy="216024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2510B389-D385-1A42-A701-F9CCB598259F}"/>
                </a:ext>
              </a:extLst>
            </p:cNvPr>
            <p:cNvSpPr/>
            <p:nvPr/>
          </p:nvSpPr>
          <p:spPr>
            <a:xfrm>
              <a:off x="3419872" y="692696"/>
              <a:ext cx="2016224" cy="115212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Box 5.1</a:t>
              </a:r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D79F270-186C-271B-0330-C30B06DA65A7}"/>
                </a:ext>
              </a:extLst>
            </p:cNvPr>
            <p:cNvGrpSpPr/>
            <p:nvPr/>
          </p:nvGrpSpPr>
          <p:grpSpPr>
            <a:xfrm>
              <a:off x="5724128" y="696077"/>
              <a:ext cx="2016901" cy="2156859"/>
              <a:chOff x="5724128" y="696077"/>
              <a:chExt cx="2016901" cy="2156859"/>
            </a:xfrm>
            <a:grpFill/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4C9C57DF-8532-D6C9-E4D7-D92E57E05042}"/>
                  </a:ext>
                </a:extLst>
              </p:cNvPr>
              <p:cNvSpPr/>
              <p:nvPr/>
            </p:nvSpPr>
            <p:spPr>
              <a:xfrm>
                <a:off x="5724128" y="696077"/>
                <a:ext cx="2016224" cy="115212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Box 5.2.1</a:t>
                </a:r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2C037676-2A8A-2BB8-2501-7B3046FDF6BE}"/>
                  </a:ext>
                </a:extLst>
              </p:cNvPr>
              <p:cNvSpPr/>
              <p:nvPr/>
            </p:nvSpPr>
            <p:spPr>
              <a:xfrm>
                <a:off x="5724805" y="1700808"/>
                <a:ext cx="2016224" cy="115212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/>
                  <a:t>Box 5.2.2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648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2499908-DED2-C769-23CB-427C45246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693688"/>
            <a:ext cx="2819400" cy="1727200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0B6CA2E-19A8-7E7E-4088-80CBC0A0F926}"/>
              </a:ext>
            </a:extLst>
          </p:cNvPr>
          <p:cNvGrpSpPr/>
          <p:nvPr/>
        </p:nvGrpSpPr>
        <p:grpSpPr>
          <a:xfrm>
            <a:off x="4211960" y="2420888"/>
            <a:ext cx="4167066" cy="3356000"/>
            <a:chOff x="3866403" y="1556792"/>
            <a:chExt cx="4167066" cy="3356000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A3C47BFF-5D42-F4A9-9A00-6BB9BB373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136" y="1556792"/>
              <a:ext cx="2237333" cy="3356000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E8D34C28-EC36-E4E8-858F-E275FF705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6403" y="2347888"/>
              <a:ext cx="1709936" cy="2564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542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3DF20B-7446-E8C8-E83F-7EEEC857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4AA9FBDE-F382-F970-C8F7-27C199262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855790"/>
              </p:ext>
            </p:extLst>
          </p:nvPr>
        </p:nvGraphicFramePr>
        <p:xfrm>
          <a:off x="3419872" y="3140968"/>
          <a:ext cx="20280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028">
                  <a:extLst>
                    <a:ext uri="{9D8B030D-6E8A-4147-A177-3AD203B41FA5}">
                      <a16:colId xmlns:a16="http://schemas.microsoft.com/office/drawing/2014/main" val="199205970"/>
                    </a:ext>
                  </a:extLst>
                </a:gridCol>
                <a:gridCol w="1014028">
                  <a:extLst>
                    <a:ext uri="{9D8B030D-6E8A-4147-A177-3AD203B41FA5}">
                      <a16:colId xmlns:a16="http://schemas.microsoft.com/office/drawing/2014/main" val="171442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20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748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503523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B70FF3B8-BE0F-8D57-0534-08879FDB7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981101"/>
              </p:ext>
            </p:extLst>
          </p:nvPr>
        </p:nvGraphicFramePr>
        <p:xfrm>
          <a:off x="899592" y="620688"/>
          <a:ext cx="3168351" cy="11125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056117">
                  <a:extLst>
                    <a:ext uri="{9D8B030D-6E8A-4147-A177-3AD203B41FA5}">
                      <a16:colId xmlns:a16="http://schemas.microsoft.com/office/drawing/2014/main" val="2935875800"/>
                    </a:ext>
                  </a:extLst>
                </a:gridCol>
                <a:gridCol w="1056117">
                  <a:extLst>
                    <a:ext uri="{9D8B030D-6E8A-4147-A177-3AD203B41FA5}">
                      <a16:colId xmlns:a16="http://schemas.microsoft.com/office/drawing/2014/main" val="2076949245"/>
                    </a:ext>
                  </a:extLst>
                </a:gridCol>
                <a:gridCol w="1056117">
                  <a:extLst>
                    <a:ext uri="{9D8B030D-6E8A-4147-A177-3AD203B41FA5}">
                      <a16:colId xmlns:a16="http://schemas.microsoft.com/office/drawing/2014/main" val="1113667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48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424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740262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B99CB9A-19D7-E3EC-416A-5AED1A175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923576"/>
              </p:ext>
            </p:extLst>
          </p:nvPr>
        </p:nvGraphicFramePr>
        <p:xfrm>
          <a:off x="5868144" y="3156177"/>
          <a:ext cx="20280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028">
                  <a:extLst>
                    <a:ext uri="{9D8B030D-6E8A-4147-A177-3AD203B41FA5}">
                      <a16:colId xmlns:a16="http://schemas.microsoft.com/office/drawing/2014/main" val="199205970"/>
                    </a:ext>
                  </a:extLst>
                </a:gridCol>
                <a:gridCol w="1014028">
                  <a:extLst>
                    <a:ext uri="{9D8B030D-6E8A-4147-A177-3AD203B41FA5}">
                      <a16:colId xmlns:a16="http://schemas.microsoft.com/office/drawing/2014/main" val="171442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20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748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503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41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Macintosh PowerPoint</Application>
  <PresentationFormat>Bildschirmpräsentation (4:3)</PresentationFormat>
  <Paragraphs>30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35</cp:revision>
  <dcterms:created xsi:type="dcterms:W3CDTF">2017-02-13T16:18:36Z</dcterms:created>
  <dcterms:modified xsi:type="dcterms:W3CDTF">2025-03-13T11:47:01Z</dcterms:modified>
  <cp:category/>
</cp:coreProperties>
</file>