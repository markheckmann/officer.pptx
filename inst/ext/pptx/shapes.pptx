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79B336E-A9E3-C743-8DBB-B4B8C2F6AE3C}"/>
              </a:ext>
            </a:extLst>
          </p:cNvPr>
          <p:cNvSpPr/>
          <p:nvPr/>
        </p:nvSpPr>
        <p:spPr>
          <a:xfrm>
            <a:off x="755576" y="836712"/>
            <a:ext cx="3528392" cy="1008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{tag_1}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A66EC62-0C6B-1145-105E-AF68437BBA47}"/>
              </a:ext>
            </a:extLst>
          </p:cNvPr>
          <p:cNvSpPr/>
          <p:nvPr/>
        </p:nvSpPr>
        <p:spPr>
          <a:xfrm>
            <a:off x="755576" y="2996952"/>
            <a:ext cx="7488832" cy="273630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{tag_3}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621AA4D-7B5F-CADC-9364-5A6A8B1C0939}"/>
              </a:ext>
            </a:extLst>
          </p:cNvPr>
          <p:cNvSpPr/>
          <p:nvPr/>
        </p:nvSpPr>
        <p:spPr>
          <a:xfrm>
            <a:off x="4716016" y="836712"/>
            <a:ext cx="352839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{tag_2}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Bildschirmpräsentation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5</cp:revision>
  <dcterms:created xsi:type="dcterms:W3CDTF">2017-02-13T16:18:36Z</dcterms:created>
  <dcterms:modified xsi:type="dcterms:W3CDTF">2026-08-17T18:53:09Z</dcterms:modified>
  <cp:category/>
</cp:coreProperties>
</file>