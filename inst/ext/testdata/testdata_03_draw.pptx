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94664"/>
  </p:normalViewPr>
  <p:slideViewPr>
    <p:cSldViewPr>
      <p:cViewPr varScale="1">
        <p:scale>
          <a:sx n="88" d="100"/>
          <a:sy n="88" d="100"/>
        </p:scale>
        <p:origin x="192" y="1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724137" y="1554222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Shape 1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B97EC9A-676B-2032-FF1C-B5113D0ED156}"/>
              </a:ext>
            </a:extLst>
          </p:cNvPr>
          <p:cNvSpPr/>
          <p:nvPr/>
        </p:nvSpPr>
        <p:spPr>
          <a:xfrm>
            <a:off x="3316425" y="1554222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 err="1">
                <a:solidFill>
                  <a:schemeClr val="tx1"/>
                </a:solidFill>
                <a:highlight>
                  <a:srgbClr val="FF0000"/>
                </a:highlight>
              </a:rPr>
              <a:t>Grouped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 Shape 2.1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0F195DF-B942-6CB8-64B4-C8EA97AD0611}"/>
              </a:ext>
            </a:extLst>
          </p:cNvPr>
          <p:cNvSpPr/>
          <p:nvPr/>
        </p:nvSpPr>
        <p:spPr>
          <a:xfrm>
            <a:off x="3316425" y="2420888"/>
            <a:ext cx="2263687" cy="6866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 err="1">
                <a:solidFill>
                  <a:schemeClr val="tx1"/>
                </a:solidFill>
                <a:highlight>
                  <a:srgbClr val="FF0000"/>
                </a:highlight>
              </a:rPr>
              <a:t>Grouped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 Shape 2.2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0EB273C-A0BA-BD28-5922-4CFC97B1B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66" y="3861048"/>
            <a:ext cx="3291069" cy="21940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90E5F1F-F01E-EEB5-4809-FC2B5EC6F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987" y="3851379"/>
            <a:ext cx="1475588" cy="221338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5DE711B-3F54-FCA7-7C09-3EC401177510}"/>
              </a:ext>
            </a:extLst>
          </p:cNvPr>
          <p:cNvSpPr/>
          <p:nvPr/>
        </p:nvSpPr>
        <p:spPr>
          <a:xfrm>
            <a:off x="6156178" y="1544283"/>
            <a:ext cx="1008112" cy="1010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Circle</a:t>
            </a:r>
          </a:p>
        </p:txBody>
      </p:sp>
      <p:sp>
        <p:nvSpPr>
          <p:cNvPr id="11" name="Stern mit 6 Zacken 10">
            <a:extLst>
              <a:ext uri="{FF2B5EF4-FFF2-40B4-BE49-F238E27FC236}">
                <a16:creationId xmlns:a16="http://schemas.microsoft.com/office/drawing/2014/main" id="{987A1176-2235-CE55-4EE4-E96D601DECFC}"/>
              </a:ext>
            </a:extLst>
          </p:cNvPr>
          <p:cNvSpPr/>
          <p:nvPr/>
        </p:nvSpPr>
        <p:spPr>
          <a:xfrm>
            <a:off x="7492893" y="1434697"/>
            <a:ext cx="1329535" cy="1329535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Star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C49CAF9-C0E0-C923-0C81-364AF5D5BC06}"/>
              </a:ext>
            </a:extLst>
          </p:cNvPr>
          <p:cNvSpPr txBox="1"/>
          <p:nvPr/>
        </p:nvSpPr>
        <p:spPr>
          <a:xfrm>
            <a:off x="6444208" y="3851379"/>
            <a:ext cx="2160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Textbox</a:t>
            </a:r>
            <a:r>
              <a:rPr lang="de-DE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Element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Element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Element 3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Bildschirmpräsentation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Header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16</cp:revision>
  <dcterms:created xsi:type="dcterms:W3CDTF">2017-02-13T16:18:36Z</dcterms:created>
  <dcterms:modified xsi:type="dcterms:W3CDTF">2024-05-28T13:26:11Z</dcterms:modified>
  <cp:category/>
</cp:coreProperties>
</file>