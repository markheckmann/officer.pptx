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50"/>
    <p:restoredTop sz="94671"/>
  </p:normalViewPr>
  <p:slideViewPr>
    <p:cSldViewPr>
      <p:cViewPr varScale="1">
        <p:scale>
          <a:sx n="134" d="100"/>
          <a:sy n="134" d="100"/>
        </p:scale>
        <p:origin x="224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30/05/2024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30/05/2024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30/05/2024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30/05/2024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30/05/2024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30/05/2024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30/05/2024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30/05/2024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Header</a:t>
            </a:r>
            <a:endParaRPr lang="de-DE" b="1" u="sng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724137" y="1554222"/>
            <a:ext cx="2263687" cy="6866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Shape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B97EC9A-676B-2032-FF1C-B5113D0ED156}"/>
              </a:ext>
            </a:extLst>
          </p:cNvPr>
          <p:cNvSpPr/>
          <p:nvPr/>
        </p:nvSpPr>
        <p:spPr>
          <a:xfrm>
            <a:off x="3316425" y="1554222"/>
            <a:ext cx="2263687" cy="6866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 err="1">
                <a:solidFill>
                  <a:schemeClr val="tx1"/>
                </a:solidFill>
                <a:highlight>
                  <a:srgbClr val="FF0000"/>
                </a:highlight>
              </a:rPr>
              <a:t>Grouped</a:t>
            </a: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 Shape 2.1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0F195DF-B942-6CB8-64B4-C8EA97AD0611}"/>
              </a:ext>
            </a:extLst>
          </p:cNvPr>
          <p:cNvSpPr/>
          <p:nvPr/>
        </p:nvSpPr>
        <p:spPr>
          <a:xfrm>
            <a:off x="3316425" y="2420888"/>
            <a:ext cx="2263687" cy="6866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 err="1">
                <a:solidFill>
                  <a:schemeClr val="tx1"/>
                </a:solidFill>
                <a:highlight>
                  <a:srgbClr val="FF0000"/>
                </a:highlight>
              </a:rPr>
              <a:t>Grouped</a:t>
            </a: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 Shape 2.2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0EB273C-A0BA-BD28-5922-4CFC97B1B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137" y="3477613"/>
            <a:ext cx="2519369" cy="167957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90E5F1F-F01E-EEB5-4809-FC2B5EC6F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394" y="3159991"/>
            <a:ext cx="1475588" cy="221338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5DE711B-3F54-FCA7-7C09-3EC401177510}"/>
              </a:ext>
            </a:extLst>
          </p:cNvPr>
          <p:cNvSpPr/>
          <p:nvPr/>
        </p:nvSpPr>
        <p:spPr>
          <a:xfrm>
            <a:off x="6156178" y="1544283"/>
            <a:ext cx="1008112" cy="1010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Circle</a:t>
            </a:r>
          </a:p>
        </p:txBody>
      </p:sp>
      <p:sp>
        <p:nvSpPr>
          <p:cNvPr id="11" name="Stern mit 6 Zacken 10">
            <a:extLst>
              <a:ext uri="{FF2B5EF4-FFF2-40B4-BE49-F238E27FC236}">
                <a16:creationId xmlns:a16="http://schemas.microsoft.com/office/drawing/2014/main" id="{987A1176-2235-CE55-4EE4-E96D601DECFC}"/>
              </a:ext>
            </a:extLst>
          </p:cNvPr>
          <p:cNvSpPr/>
          <p:nvPr/>
        </p:nvSpPr>
        <p:spPr>
          <a:xfrm>
            <a:off x="7492893" y="1434697"/>
            <a:ext cx="1329535" cy="1329535"/>
          </a:xfrm>
          <a:prstGeom prst="star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C49CAF9-C0E0-C923-0C81-364AF5D5BC06}"/>
              </a:ext>
            </a:extLst>
          </p:cNvPr>
          <p:cNvSpPr txBox="1"/>
          <p:nvPr/>
        </p:nvSpPr>
        <p:spPr>
          <a:xfrm>
            <a:off x="6444208" y="3851379"/>
            <a:ext cx="2160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Textbox</a:t>
            </a:r>
            <a:r>
              <a:rPr 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Element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Element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Element 3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A1578A56-563D-708D-4142-2F92E0E09F31}"/>
              </a:ext>
            </a:extLst>
          </p:cNvPr>
          <p:cNvSpPr/>
          <p:nvPr/>
        </p:nvSpPr>
        <p:spPr>
          <a:xfrm>
            <a:off x="1259628" y="5303778"/>
            <a:ext cx="2056797" cy="1296144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815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B3A75-13B2-E5F5-E4DF-85E71EDCC3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sss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16E50F0-74B9-E90D-4218-6B5FCF0C14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aaa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2B8EEA6-DCE5-7B95-6100-88641E13D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137" y="3477613"/>
            <a:ext cx="2519369" cy="167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3830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Macintosh PowerPoint</Application>
  <PresentationFormat>Bildschirmpräsentation (4:3)</PresentationFormat>
  <Paragraphs>12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Header</vt:lpstr>
      <vt:lpstr>sss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21</cp:revision>
  <dcterms:created xsi:type="dcterms:W3CDTF">2017-02-13T16:18:36Z</dcterms:created>
  <dcterms:modified xsi:type="dcterms:W3CDTF">2024-05-30T15:10:37Z</dcterms:modified>
  <cp:category/>
</cp:coreProperties>
</file>