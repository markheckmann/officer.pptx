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9"/>
    <p:restoredTop sz="94683"/>
  </p:normalViewPr>
  <p:slideViewPr>
    <p:cSldViewPr>
      <p:cViewPr varScale="1">
        <p:scale>
          <a:sx n="98" d="100"/>
          <a:sy n="98" d="100"/>
        </p:scale>
        <p:origin x="200" y="9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17BFEC8-D7B4-3465-B347-E772E594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Header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b="1" dirty="0">
                <a:highlight>
                  <a:srgbClr val="FFFF00"/>
                </a:highlight>
              </a:rPr>
              <a:t>{1}</a:t>
            </a:r>
            <a:r>
              <a:rPr lang="de-DE" b="1" dirty="0"/>
              <a:t> </a:t>
            </a:r>
            <a:r>
              <a:rPr lang="de-DE" b="1" u="sng" dirty="0">
                <a:solidFill>
                  <a:srgbClr val="0070C0"/>
                </a:solidFill>
                <a:highlight>
                  <a:srgbClr val="C0C0C0"/>
                </a:highlight>
              </a:rPr>
              <a:t>{1}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3D3B839E-AF84-2834-C190-5010EE836DA0}"/>
              </a:ext>
            </a:extLst>
          </p:cNvPr>
          <p:cNvSpPr txBox="1">
            <a:spLocks/>
          </p:cNvSpPr>
          <p:nvPr/>
        </p:nvSpPr>
        <p:spPr>
          <a:xfrm>
            <a:off x="371474" y="1436925"/>
            <a:ext cx="8315325" cy="421250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>
                <a:solidFill>
                  <a:srgbClr val="00B0F0"/>
                </a:solidFill>
              </a:rPr>
              <a:t>{</a:t>
            </a:r>
            <a:r>
              <a:rPr lang="de-DE" dirty="0">
                <a:solidFill>
                  <a:srgbClr val="FF0000"/>
                </a:solidFill>
              </a:rPr>
              <a:t>1} </a:t>
            </a:r>
            <a:r>
              <a:rPr lang="de-DE" dirty="0"/>
              <a:t>and </a:t>
            </a:r>
            <a:r>
              <a:rPr lang="de-DE" dirty="0">
                <a:solidFill>
                  <a:srgbClr val="FF0000"/>
                </a:solidFill>
                <a:highlight>
                  <a:srgbClr val="84CFEF"/>
                </a:highlight>
              </a:rPr>
              <a:t>{</a:t>
            </a:r>
            <a:r>
              <a:rPr lang="de-DE" dirty="0">
                <a:solidFill>
                  <a:srgbClr val="FF0000"/>
                </a:solidFill>
              </a:rPr>
              <a:t>1} </a:t>
            </a:r>
            <a:r>
              <a:rPr lang="de-DE" dirty="0"/>
              <a:t>and </a:t>
            </a:r>
            <a:r>
              <a:rPr lang="de-DE" sz="2000" dirty="0"/>
              <a:t>{</a:t>
            </a:r>
            <a:r>
              <a:rPr lang="de-DE" dirty="0"/>
              <a:t>1}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xxx {1} xxx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xxx </a:t>
            </a:r>
            <a:r>
              <a:rPr lang="de-DE" dirty="0">
                <a:solidFill>
                  <a:srgbClr val="00B0F0"/>
                </a:solidFill>
                <a:highlight>
                  <a:srgbClr val="00FFFF"/>
                </a:highlight>
              </a:rPr>
              <a:t>{</a:t>
            </a:r>
            <a:r>
              <a:rPr lang="de-DE" dirty="0"/>
              <a:t>1} xxx</a:t>
            </a:r>
            <a:endParaRPr lang="de-DE" dirty="0">
              <a:solidFill>
                <a:srgbClr val="00B0F0"/>
              </a:solidFill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>
                <a:solidFill>
                  <a:srgbClr val="00B050"/>
                </a:solidFill>
              </a:rPr>
              <a:t>xxx </a:t>
            </a:r>
            <a:r>
              <a:rPr lang="de-DE" sz="1000" dirty="0">
                <a:solidFill>
                  <a:srgbClr val="00B050"/>
                </a:solidFill>
              </a:rPr>
              <a:t>{</a:t>
            </a:r>
            <a:r>
              <a:rPr lang="de-DE" dirty="0">
                <a:solidFill>
                  <a:srgbClr val="00B050"/>
                </a:solidFill>
              </a:rPr>
              <a:t>1} xxx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>
              <a:solidFill>
                <a:srgbClr val="00B050"/>
              </a:solidFill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>
                <a:solidFill>
                  <a:srgbClr val="00B0F0"/>
                </a:solidFill>
              </a:rPr>
              <a:t>@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and </a:t>
            </a:r>
            <a:r>
              <a:rPr lang="de-DE" dirty="0">
                <a:solidFill>
                  <a:srgbClr val="FF0000"/>
                </a:solidFill>
                <a:highlight>
                  <a:srgbClr val="84CFEF"/>
                </a:highlight>
              </a:rPr>
              <a:t>@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and </a:t>
            </a:r>
            <a:r>
              <a:rPr lang="de-DE" sz="3600" dirty="0"/>
              <a:t>@</a:t>
            </a:r>
            <a:endParaRPr lang="de-DE" dirty="0"/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xxx @ xxx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xxx </a:t>
            </a:r>
            <a:r>
              <a:rPr lang="de-DE" dirty="0">
                <a:solidFill>
                  <a:srgbClr val="00B0F0"/>
                </a:solidFill>
                <a:highlight>
                  <a:srgbClr val="00FFFF"/>
                </a:highlight>
              </a:rPr>
              <a:t>@</a:t>
            </a:r>
            <a:r>
              <a:rPr lang="de-DE" dirty="0"/>
              <a:t> xxx</a:t>
            </a:r>
            <a:endParaRPr lang="de-DE" dirty="0">
              <a:solidFill>
                <a:srgbClr val="00B0F0"/>
              </a:solidFill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>
                <a:solidFill>
                  <a:srgbClr val="00B050"/>
                </a:solidFill>
              </a:rPr>
              <a:t>xxx </a:t>
            </a:r>
            <a:r>
              <a:rPr lang="de-DE" sz="1400" dirty="0">
                <a:solidFill>
                  <a:srgbClr val="00B050"/>
                </a:solidFill>
              </a:rPr>
              <a:t>@</a:t>
            </a:r>
            <a:r>
              <a:rPr lang="de-DE" dirty="0">
                <a:solidFill>
                  <a:srgbClr val="00B050"/>
                </a:solidFill>
              </a:rPr>
              <a:t> xxx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>
              <a:solidFill>
                <a:srgbClr val="00B05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D1E9E1C-9088-9A45-C9C3-C32AAB04F5F9}"/>
              </a:ext>
            </a:extLst>
          </p:cNvPr>
          <p:cNvSpPr/>
          <p:nvPr/>
        </p:nvSpPr>
        <p:spPr>
          <a:xfrm>
            <a:off x="5731520" y="1436925"/>
            <a:ext cx="2955279" cy="23042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Inside </a:t>
            </a:r>
            <a:r>
              <a:rPr lang="de-DE" sz="1600" dirty="0" err="1">
                <a:solidFill>
                  <a:schemeClr val="tx1"/>
                </a:solidFill>
              </a:rPr>
              <a:t>shape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600" b="1" dirty="0">
                <a:solidFill>
                  <a:schemeClr val="tx1"/>
                </a:solidFill>
                <a:highlight>
                  <a:srgbClr val="FF0000"/>
                </a:highlight>
              </a:rPr>
              <a:t>{</a:t>
            </a:r>
            <a:r>
              <a:rPr lang="de-DE" sz="1600" dirty="0">
                <a:solidFill>
                  <a:schemeClr val="tx1"/>
                </a:solidFill>
                <a:highlight>
                  <a:srgbClr val="FF0000"/>
                </a:highlight>
              </a:rPr>
              <a:t>1}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FC7685-435E-5613-5913-C8D9B830B7FB}"/>
              </a:ext>
            </a:extLst>
          </p:cNvPr>
          <p:cNvSpPr/>
          <p:nvPr/>
        </p:nvSpPr>
        <p:spPr>
          <a:xfrm>
            <a:off x="5728568" y="4005064"/>
            <a:ext cx="2955279" cy="23042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Inside </a:t>
            </a:r>
            <a:r>
              <a:rPr lang="de-DE" sz="1600" dirty="0" err="1">
                <a:solidFill>
                  <a:schemeClr val="tx1"/>
                </a:solidFill>
              </a:rPr>
              <a:t>shape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600" b="1" dirty="0">
                <a:solidFill>
                  <a:srgbClr val="00B0F0"/>
                </a:solidFill>
              </a:rPr>
              <a:t>@</a:t>
            </a:r>
          </a:p>
        </p:txBody>
      </p:sp>
    </p:spTree>
    <p:extLst>
      <p:ext uri="{BB962C8B-B14F-4D97-AF65-F5344CB8AC3E}">
        <p14:creationId xmlns:p14="http://schemas.microsoft.com/office/powerpoint/2010/main" val="32281549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Macintosh PowerPoint</Application>
  <PresentationFormat>Bildschirmpräsentation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Header to replace {1} {1}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Mark Heckmann</cp:lastModifiedBy>
  <cp:revision>12</cp:revision>
  <dcterms:created xsi:type="dcterms:W3CDTF">2017-02-13T16:18:36Z</dcterms:created>
  <dcterms:modified xsi:type="dcterms:W3CDTF">2024-05-24T21:44:34Z</dcterms:modified>
  <cp:category/>
</cp:coreProperties>
</file>