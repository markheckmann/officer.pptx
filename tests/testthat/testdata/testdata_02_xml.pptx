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/>
    <p:restoredTop sz="94694"/>
  </p:normalViewPr>
  <p:slideViewPr>
    <p:cSldViewPr>
      <p:cViewPr varScale="1">
        <p:scale>
          <a:sx n="117" d="100"/>
          <a:sy n="117" d="100"/>
        </p:scale>
        <p:origin x="229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Header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724137" y="1554222"/>
            <a:ext cx="2263687" cy="6866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Shape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B97EC9A-676B-2032-FF1C-B5113D0ED156}"/>
              </a:ext>
            </a:extLst>
          </p:cNvPr>
          <p:cNvSpPr/>
          <p:nvPr/>
        </p:nvSpPr>
        <p:spPr>
          <a:xfrm>
            <a:off x="3563888" y="1554222"/>
            <a:ext cx="2263687" cy="6866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 err="1">
                <a:solidFill>
                  <a:schemeClr val="tx1"/>
                </a:solidFill>
                <a:highlight>
                  <a:srgbClr val="FF0000"/>
                </a:highlight>
              </a:rPr>
              <a:t>Grouped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 Shape 2.1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0F195DF-B942-6CB8-64B4-C8EA97AD0611}"/>
              </a:ext>
            </a:extLst>
          </p:cNvPr>
          <p:cNvSpPr/>
          <p:nvPr/>
        </p:nvSpPr>
        <p:spPr>
          <a:xfrm>
            <a:off x="3563888" y="2420888"/>
            <a:ext cx="2263687" cy="6866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 err="1">
                <a:solidFill>
                  <a:schemeClr val="tx1"/>
                </a:solidFill>
                <a:highlight>
                  <a:srgbClr val="FF0000"/>
                </a:highlight>
              </a:rPr>
              <a:t>Grouped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 Shape 2.2</a:t>
            </a:r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Bildschirmpräsentation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Header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13</cp:revision>
  <dcterms:created xsi:type="dcterms:W3CDTF">2017-02-13T16:18:36Z</dcterms:created>
  <dcterms:modified xsi:type="dcterms:W3CDTF">2024-05-25T11:27:43Z</dcterms:modified>
  <cp:category/>
</cp:coreProperties>
</file>