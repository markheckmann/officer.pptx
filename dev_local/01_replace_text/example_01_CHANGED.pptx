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Default Extension="gif" ContentType="image/gif"/>
  <Default Extension="bmp" ContentType="image/bmp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2" Type="http://schemas.openxmlformats.org/package/2006/relationships/metadata/thumbnail" Target="docProps/thumbnail.jpeg"/>
<Relationship Id="rId1" Type="http://schemas.openxmlformats.org/officeDocument/2006/relationships/officeDocument" Target="ppt/presentation.xml"/>
<Relationship Id="rId5" Type="http://schemas.openxmlformats.org/officeDocument/2006/relationships/custom-properties" Target="docProps/custom.xml"/>
<Relationship Id="rId4" Type="http://schemas.openxmlformats.org/officeDocument/2006/relationships/extended-properties" Target="docProps/app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7"/>
  </p:notesMasterIdLst>
  <p:handoutMasterIdLst>
    <p:handoutMasterId r:id="rId8"/>
  </p:handoutMasterIdLst>
  <p:sldIdLst>
    <p:sldId id="257" r:id="rId5"/>
    <p:sldId id="258" r:id="rId6"/>
  </p:sldIdLst>
  <p:sldSz cx="12192000" cy="6858000"/>
  <p:notesSz cx="6743700" cy="9880600"/>
  <p:custDataLst>
    <p:tags r:id="rId9"/>
  </p:custDataLst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>
        <p15:guide id="1" orient="horz" pos="3112" userDrawn="1">
          <p15:clr>
            <a:srgbClr val="A4A3A4"/>
          </p15:clr>
        </p15:guide>
        <p15:guide id="2" pos="2124" userDrawn="1">
          <p15:clr>
            <a:srgbClr val="A4A3A4"/>
          </p15:clr>
        </p15:guide>
      </p15:notes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28B6101E-9CC8-81E0-EE9C-70B640CBCB13}" name="Sara-Marleen Kurilenko" initials="SMK" userId="S::Sara-Marleen.Kurilenko@deutschebahn.com::1c3b514d-66ed-4c39-978b-9c7af56e8bf1" providerId="AD"/>
  <p188:author id="{72005AC6-F2C9-7547-0807-8BEE5C08D732}" name="Anne-Kathrin Menger" initials="AKM" userId="S::Anne-Kathrin.Menger@deutschebahn.com::5f0538fe-4833-44f6-9c4b-9aad29e80a7b" providerId="AD"/>
  <p188:author id="{E2CC3BF9-4410-310F-53E6-6C4F26490BC7}" name="Thomas Wedel" initials="TW" userId="S::Thomas.Wedel@deutschebahn.com::cc0fa9a9-9482-4e32-b81c-0503936ac637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4CFE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7022"/>
    <p:restoredTop sz="94694"/>
  </p:normalViewPr>
  <p:slideViewPr>
    <p:cSldViewPr snapToGrid="0">
      <p:cViewPr varScale="1">
        <p:scale>
          <a:sx n="114" d="100"/>
          <a:sy n="114" d="100"/>
        </p:scale>
        <p:origin x="192" y="2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>
        <p:guide orient="horz" pos="3112"/>
        <p:guide pos="2124"/>
      </p:guideLst>
    </p:cSldViewPr>
  </p:notesViewPr>
  <p:gridSpacing cx="76200" cy="76200"/>
</p:viewPr>
</file>

<file path=ppt/_rels/presentation.xml.rels><?xml version="1.0" encoding="UTF-8" standalone="yes"?>

<Relationships  xmlns="http://schemas.openxmlformats.org/package/2006/relationships">
<Relationship Id="rId8" Type="http://schemas.openxmlformats.org/officeDocument/2006/relationships/handoutMaster" Target="handoutMasters/handoutMaster1.xml"/>
<Relationship Id="rId13" Type="http://schemas.openxmlformats.org/officeDocument/2006/relationships/tableStyles" Target="tableStyles.xml"/>
<Relationship Id="rId3" Type="http://schemas.openxmlformats.org/officeDocument/2006/relationships/customXml" Target="../customXml/item3.xml"/>
<Relationship Id="rId7" Type="http://schemas.openxmlformats.org/officeDocument/2006/relationships/notesMaster" Target="notesMasters/notesMaster1.xml"/>
<Relationship Id="rId12" Type="http://schemas.openxmlformats.org/officeDocument/2006/relationships/theme" Target="theme/theme1.xml"/>
<Relationship Id="rId2" Type="http://schemas.openxmlformats.org/officeDocument/2006/relationships/customXml" Target="../customXml/item2.xml"/>
<Relationship Id="rId1" Type="http://schemas.openxmlformats.org/officeDocument/2006/relationships/customXml" Target="../customXml/item1.xml"/>
<Relationship Id="rId6" Type="http://schemas.openxmlformats.org/officeDocument/2006/relationships/slide" Target="slides/slide2.xml"/>
<Relationship Id="rId11" Type="http://schemas.openxmlformats.org/officeDocument/2006/relationships/viewProps" Target="viewProps.xml"/>
<Relationship Id="rId5" Type="http://schemas.openxmlformats.org/officeDocument/2006/relationships/slide" Target="slides/slide1.xml"/>
<Relationship Id="rId15" Type="http://schemas.microsoft.com/office/2018/10/relationships/authors" Target="authors.xml"/>
<Relationship Id="rId10" Type="http://schemas.openxmlformats.org/officeDocument/2006/relationships/presProps" Target="presProps.xml"/>
<Relationship Id="rId4" Type="http://schemas.openxmlformats.org/officeDocument/2006/relationships/slideMaster" Target="slideMasters/slideMaster1.xml"/>
<Relationship Id="rId9" Type="http://schemas.openxmlformats.org/officeDocument/2006/relationships/tags" Target="tags/tag1.xml"/>
<Relationship Id="rId14" Type="http://schemas.microsoft.com/office/2016/11/relationships/changesInfo" Target="changesInfos/changesInfo1.xml"/>
</Relationships>
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rk Heckmann" userId="c0d3cbe8-43fc-45ff-b673-51da1f819c50" providerId="ADAL" clId="{83632BD6-652D-0649-A79E-706D050ED156}"/>
    <pc:docChg chg="addSld">
      <pc:chgData name="Mark Heckmann" userId="c0d3cbe8-43fc-45ff-b673-51da1f819c50" providerId="ADAL" clId="{83632BD6-652D-0649-A79E-706D050ED156}" dt="2024-02-16T13:00:53.890" v="0" actId="680"/>
      <pc:docMkLst>
        <pc:docMk/>
      </pc:docMkLst>
      <pc:sldChg chg="new">
        <pc:chgData name="Mark Heckmann" userId="c0d3cbe8-43fc-45ff-b673-51da1f819c50" providerId="ADAL" clId="{83632BD6-652D-0649-A79E-706D050ED156}" dt="2024-02-16T13:00:53.890" v="0" actId="680"/>
        <pc:sldMkLst>
          <pc:docMk/>
          <pc:sldMk cId="3373453519" sldId="2134808632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276E7386-D43A-4656-88C8-3A9BCA087FC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6027145" y="9384856"/>
            <a:ext cx="714994" cy="49574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4EDE44D-4B77-4836-9946-DA3A9454836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2591073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409575" y="466725"/>
            <a:ext cx="5924550" cy="33337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74370" y="4045501"/>
            <a:ext cx="5394960" cy="517427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pPr marL="183600" lvl="0" indent="-183600">
              <a:lnSpc>
                <a:spcPct val="100000"/>
              </a:lnSpc>
              <a:spcBef>
                <a:spcPts val="0"/>
              </a:spcBef>
              <a:buClr>
                <a:schemeClr val="accent2"/>
              </a:buClr>
              <a:buFont typeface="DB Sans" panose="020B0502050202020204" pitchFamily="34" charset="0"/>
              <a:buChar char="‒"/>
            </a:pPr>
            <a:r>
              <a:rPr lang="de-DE"/>
              <a:t>Mastertextformat bearbeiten</a:t>
            </a:r>
          </a:p>
          <a:p>
            <a:pPr marL="360000" lvl="1" indent="-176400">
              <a:lnSpc>
                <a:spcPct val="100000"/>
              </a:lnSpc>
              <a:spcBef>
                <a:spcPts val="0"/>
              </a:spcBef>
              <a:buClr>
                <a:schemeClr val="accent2"/>
              </a:buClr>
              <a:buFont typeface="DB Sans" panose="020B0502050202020204" pitchFamily="34" charset="0"/>
              <a:buChar char="‒"/>
            </a:pPr>
            <a:r>
              <a:rPr lang="de-DE"/>
              <a:t>Zweite Ebene</a:t>
            </a:r>
          </a:p>
          <a:p>
            <a:pPr marL="540000" lvl="2" indent="-183600">
              <a:lnSpc>
                <a:spcPct val="100000"/>
              </a:lnSpc>
              <a:spcBef>
                <a:spcPts val="0"/>
              </a:spcBef>
              <a:buClr>
                <a:schemeClr val="accent2"/>
              </a:buClr>
              <a:buFont typeface="DB Sans" panose="020B0502050202020204" pitchFamily="34" charset="0"/>
              <a:buChar char="‒"/>
            </a:pPr>
            <a:r>
              <a:rPr lang="de-DE"/>
              <a:t>Dritte Ebene</a:t>
            </a:r>
          </a:p>
          <a:p>
            <a:pPr marL="716400" lvl="3" indent="-176400">
              <a:lnSpc>
                <a:spcPct val="100000"/>
              </a:lnSpc>
              <a:spcBef>
                <a:spcPts val="0"/>
              </a:spcBef>
              <a:buClr>
                <a:schemeClr val="accent2"/>
              </a:buClr>
              <a:buFont typeface="DB Sans" panose="020B0502050202020204" pitchFamily="34" charset="0"/>
              <a:buChar char="‒"/>
            </a:pPr>
            <a:r>
              <a:rPr lang="de-DE"/>
              <a:t>Vierte Ebene</a:t>
            </a:r>
          </a:p>
          <a:p>
            <a:pPr marL="900000" lvl="4" indent="-183600">
              <a:lnSpc>
                <a:spcPct val="100000"/>
              </a:lnSpc>
              <a:spcBef>
                <a:spcPts val="0"/>
              </a:spcBef>
              <a:buClr>
                <a:schemeClr val="accent2"/>
              </a:buClr>
              <a:buFont typeface="DB Sans" panose="020B0502050202020204" pitchFamily="34" charset="0"/>
              <a:buChar char="‒"/>
            </a:pPr>
            <a:r>
              <a:rPr lang="de-DE"/>
              <a:t>Fünfte Ebene</a:t>
            </a:r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6069330" y="9384856"/>
            <a:ext cx="672809" cy="49574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B8B26E-90DD-4F75-9543-DF10C34D64F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636361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lang="de-DE" sz="1200" kern="1200" dirty="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lang="de-DE" sz="1200" kern="1200" dirty="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lang="de-DE" sz="1200" kern="1200" dirty="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lang="de-DE" sz="1200" kern="1200" dirty="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lang="de-DE" sz="1200" kern="1200" dirty="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9.svg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 (Weiß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246A6EC-3E05-4D6A-90AC-32BADE329B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9652" y="1600200"/>
            <a:ext cx="11240873" cy="2764904"/>
          </a:xfrm>
        </p:spPr>
        <p:txBody>
          <a:bodyPr anchor="b"/>
          <a:lstStyle>
            <a:lvl1pPr algn="l">
              <a:defRPr sz="48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D9B9821B-D7E4-454E-A8E2-C60C1507FD1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79652" y="4392005"/>
            <a:ext cx="11240873" cy="683654"/>
          </a:xfrm>
        </p:spPr>
        <p:txBody>
          <a:bodyPr/>
          <a:lstStyle>
            <a:lvl1pPr marL="0" indent="0" algn="l">
              <a:buNone/>
              <a:defRPr sz="3200">
                <a:latin typeface="DB Head Light" panose="020B030205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A27B272F-0A02-4556-8035-1AFBA703708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79652" y="5928611"/>
            <a:ext cx="11240873" cy="380709"/>
          </a:xfrm>
        </p:spPr>
        <p:txBody>
          <a:bodyPr/>
          <a:lstStyle>
            <a:lvl1pPr marL="0" indent="0">
              <a:buNone/>
              <a:defRPr>
                <a:latin typeface="DB Head Light" panose="020B0302050202020204" pitchFamily="34" charset="0"/>
              </a:defRPr>
            </a:lvl1pPr>
          </a:lstStyle>
          <a:p>
            <a:pPr lvl="0"/>
            <a:r>
              <a:rPr lang="de-DE"/>
              <a:t>Datum | Ort</a:t>
            </a:r>
          </a:p>
        </p:txBody>
      </p:sp>
      <p:sp>
        <p:nvSpPr>
          <p:cNvPr id="11" name="Rechteck: abgerundete Ecken 10">
            <a:extLst>
              <a:ext uri="{FF2B5EF4-FFF2-40B4-BE49-F238E27FC236}">
                <a16:creationId xmlns:a16="http://schemas.microsoft.com/office/drawing/2014/main" id="{AC45A34D-75DC-4BA7-88F8-5CBA85EE7F5A}"/>
              </a:ext>
            </a:extLst>
          </p:cNvPr>
          <p:cNvSpPr/>
          <p:nvPr userDrawn="1"/>
        </p:nvSpPr>
        <p:spPr>
          <a:xfrm>
            <a:off x="579652" y="5467614"/>
            <a:ext cx="1220724" cy="12162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2F7F215B-2B41-C3B4-CEF8-F440FC2B96D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79652" y="513294"/>
            <a:ext cx="3863773" cy="853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95546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 (Rot)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246A6EC-3E05-4D6A-90AC-32BADE329B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9652" y="1600200"/>
            <a:ext cx="11240873" cy="2764904"/>
          </a:xfrm>
        </p:spPr>
        <p:txBody>
          <a:bodyPr anchor="b"/>
          <a:lstStyle>
            <a:lvl1pPr algn="l">
              <a:defRPr sz="4800">
                <a:solidFill>
                  <a:schemeClr val="bg1"/>
                </a:solidFill>
              </a:defRPr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D9B9821B-D7E4-454E-A8E2-C60C1507FD1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79652" y="4392005"/>
            <a:ext cx="11240873" cy="683654"/>
          </a:xfrm>
        </p:spPr>
        <p:txBody>
          <a:bodyPr/>
          <a:lstStyle>
            <a:lvl1pPr marL="0" indent="0" algn="l">
              <a:buNone/>
              <a:defRPr sz="3200">
                <a:solidFill>
                  <a:schemeClr val="bg1"/>
                </a:solidFill>
                <a:latin typeface="DB Head Light" panose="020B030205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A27B272F-0A02-4556-8035-1AFBA703708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79652" y="5922000"/>
            <a:ext cx="11240873" cy="380709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  <a:latin typeface="DB Head Light" panose="020B0302050202020204" pitchFamily="34" charset="0"/>
              </a:defRPr>
            </a:lvl1pPr>
          </a:lstStyle>
          <a:p>
            <a:pPr lvl="0"/>
            <a:r>
              <a:rPr lang="de-DE"/>
              <a:t>Datum | Ort</a:t>
            </a:r>
          </a:p>
        </p:txBody>
      </p:sp>
      <p:sp>
        <p:nvSpPr>
          <p:cNvPr id="11" name="Rechteck: abgerundete Ecken 10">
            <a:extLst>
              <a:ext uri="{FF2B5EF4-FFF2-40B4-BE49-F238E27FC236}">
                <a16:creationId xmlns:a16="http://schemas.microsoft.com/office/drawing/2014/main" id="{AC45A34D-75DC-4BA7-88F8-5CBA85EE7F5A}"/>
              </a:ext>
            </a:extLst>
          </p:cNvPr>
          <p:cNvSpPr/>
          <p:nvPr userDrawn="1"/>
        </p:nvSpPr>
        <p:spPr>
          <a:xfrm>
            <a:off x="579652" y="5467614"/>
            <a:ext cx="1220724" cy="121625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72B1BD42-6E08-2A44-1A33-599D3FA4BDB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79652" y="513294"/>
            <a:ext cx="3863773" cy="853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4596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 (Bild, Logo Schwarz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Bildplatzhalter 10">
            <a:extLst>
              <a:ext uri="{FF2B5EF4-FFF2-40B4-BE49-F238E27FC236}">
                <a16:creationId xmlns:a16="http://schemas.microsoft.com/office/drawing/2014/main" id="{AA98A793-6334-4A93-A832-55E4A93AE29D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-1" y="0"/>
            <a:ext cx="12192001" cy="6858000"/>
          </a:xfrm>
          <a:solidFill>
            <a:schemeClr val="bg1">
              <a:lumMod val="75000"/>
            </a:schemeClr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12" name="Textplatzhalter 6">
            <a:extLst>
              <a:ext uri="{FF2B5EF4-FFF2-40B4-BE49-F238E27FC236}">
                <a16:creationId xmlns:a16="http://schemas.microsoft.com/office/drawing/2014/main" id="{F6F306AD-528B-44F2-97F6-C1072B0EEA6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79652" y="5467612"/>
            <a:ext cx="1220724" cy="12162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</p:spPr>
        <p:txBody>
          <a:bodyPr/>
          <a:lstStyle>
            <a:lvl1pPr marL="0" indent="0">
              <a:buNone/>
              <a:defRPr sz="800">
                <a:solidFill>
                  <a:schemeClr val="bg1"/>
                </a:solidFill>
              </a:defRPr>
            </a:lvl1pPr>
            <a:lvl2pPr marL="271463" indent="0">
              <a:buNone/>
              <a:defRPr/>
            </a:lvl2pPr>
          </a:lstStyle>
          <a:p>
            <a:pPr lvl="0"/>
            <a:r>
              <a:rPr lang="de-DE"/>
              <a:t> 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A246A6EC-3E05-4D6A-90AC-32BADE329B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9652" y="3609020"/>
            <a:ext cx="11240873" cy="756084"/>
          </a:xfrm>
        </p:spPr>
        <p:txBody>
          <a:bodyPr anchor="b"/>
          <a:lstStyle>
            <a:lvl1pPr algn="l">
              <a:defRPr sz="4800">
                <a:solidFill>
                  <a:schemeClr val="tx1"/>
                </a:solidFill>
              </a:defRPr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D9B9821B-D7E4-454E-A8E2-C60C1507FD1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79652" y="4392005"/>
            <a:ext cx="11240873" cy="683654"/>
          </a:xfrm>
        </p:spPr>
        <p:txBody>
          <a:bodyPr/>
          <a:lstStyle>
            <a:lvl1pPr marL="0" indent="0" algn="l">
              <a:buNone/>
              <a:defRPr sz="3200">
                <a:solidFill>
                  <a:schemeClr val="tx1"/>
                </a:solidFill>
                <a:latin typeface="DB Head Light" panose="020B030205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A27B272F-0A02-4556-8035-1AFBA703708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79652" y="5922000"/>
            <a:ext cx="11240873" cy="380709"/>
          </a:xfrm>
        </p:spPr>
        <p:txBody>
          <a:bodyPr/>
          <a:lstStyle>
            <a:lvl1pPr marL="0" indent="0">
              <a:buNone/>
              <a:defRPr>
                <a:solidFill>
                  <a:schemeClr val="tx1"/>
                </a:solidFill>
                <a:latin typeface="DB Head Light" panose="020B0302050202020204" pitchFamily="34" charset="0"/>
              </a:defRPr>
            </a:lvl1pPr>
          </a:lstStyle>
          <a:p>
            <a:pPr lvl="0"/>
            <a:r>
              <a:rPr lang="de-DE"/>
              <a:t>Datum | Ort</a:t>
            </a:r>
          </a:p>
        </p:txBody>
      </p:sp>
      <p:sp>
        <p:nvSpPr>
          <p:cNvPr id="9" name="Textplatzhalter 3">
            <a:extLst>
              <a:ext uri="{FF2B5EF4-FFF2-40B4-BE49-F238E27FC236}">
                <a16:creationId xmlns:a16="http://schemas.microsoft.com/office/drawing/2014/main" id="{203F2E67-B0D5-4D6C-96FC-F0566B3DB35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79652" y="513294"/>
            <a:ext cx="3863773" cy="853199"/>
          </a:xfr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 sz="10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5662558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 (Bild, Logo Weiß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Bildplatzhalter 10">
            <a:extLst>
              <a:ext uri="{FF2B5EF4-FFF2-40B4-BE49-F238E27FC236}">
                <a16:creationId xmlns:a16="http://schemas.microsoft.com/office/drawing/2014/main" id="{AA98A793-6334-4A93-A832-55E4A93AE29D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-1" y="0"/>
            <a:ext cx="12192001" cy="6858000"/>
          </a:xfrm>
          <a:solidFill>
            <a:schemeClr val="bg1">
              <a:lumMod val="75000"/>
            </a:schemeClr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12" name="Textplatzhalter 6">
            <a:extLst>
              <a:ext uri="{FF2B5EF4-FFF2-40B4-BE49-F238E27FC236}">
                <a16:creationId xmlns:a16="http://schemas.microsoft.com/office/drawing/2014/main" id="{F6F306AD-528B-44F2-97F6-C1072B0EEA6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79652" y="5467612"/>
            <a:ext cx="1220724" cy="12162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</p:spPr>
        <p:txBody>
          <a:bodyPr/>
          <a:lstStyle>
            <a:lvl1pPr marL="0" indent="0">
              <a:buNone/>
              <a:defRPr sz="800">
                <a:solidFill>
                  <a:schemeClr val="bg1"/>
                </a:solidFill>
              </a:defRPr>
            </a:lvl1pPr>
            <a:lvl2pPr marL="271463" indent="0">
              <a:buNone/>
              <a:defRPr/>
            </a:lvl2pPr>
          </a:lstStyle>
          <a:p>
            <a:pPr lvl="0"/>
            <a:r>
              <a:rPr lang="de-DE"/>
              <a:t> 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A246A6EC-3E05-4D6A-90AC-32BADE329B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9652" y="3609020"/>
            <a:ext cx="11240873" cy="756084"/>
          </a:xfrm>
        </p:spPr>
        <p:txBody>
          <a:bodyPr anchor="b"/>
          <a:lstStyle>
            <a:lvl1pPr algn="l">
              <a:defRPr sz="4800">
                <a:solidFill>
                  <a:schemeClr val="bg1"/>
                </a:solidFill>
              </a:defRPr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D9B9821B-D7E4-454E-A8E2-C60C1507FD1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79652" y="4392005"/>
            <a:ext cx="11240873" cy="683654"/>
          </a:xfrm>
        </p:spPr>
        <p:txBody>
          <a:bodyPr/>
          <a:lstStyle>
            <a:lvl1pPr marL="0" indent="0" algn="l">
              <a:buNone/>
              <a:defRPr sz="3200">
                <a:solidFill>
                  <a:schemeClr val="bg1"/>
                </a:solidFill>
                <a:latin typeface="DB Head Light" panose="020B030205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A27B272F-0A02-4556-8035-1AFBA703708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79652" y="5922000"/>
            <a:ext cx="11240873" cy="380709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  <a:latin typeface="DB Head Light" panose="020B0302050202020204" pitchFamily="34" charset="0"/>
              </a:defRPr>
            </a:lvl1pPr>
          </a:lstStyle>
          <a:p>
            <a:pPr lvl="0"/>
            <a:r>
              <a:rPr lang="de-DE"/>
              <a:t>Datum | Ort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5EF62990-51FD-4371-0217-CEEA2BE8C4F5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79652" y="513294"/>
            <a:ext cx="3863773" cy="853199"/>
          </a:xfr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 sz="10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2266235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 (Bild, Logo Schwarz zentrier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Bildplatzhalter 10">
            <a:extLst>
              <a:ext uri="{FF2B5EF4-FFF2-40B4-BE49-F238E27FC236}">
                <a16:creationId xmlns:a16="http://schemas.microsoft.com/office/drawing/2014/main" id="{AA98A793-6334-4A93-A832-55E4A93AE29D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-1" y="0"/>
            <a:ext cx="12192001" cy="6858000"/>
          </a:xfrm>
          <a:solidFill>
            <a:schemeClr val="bg1">
              <a:lumMod val="75000"/>
            </a:schemeClr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12" name="PULS">
            <a:extLst>
              <a:ext uri="{FF2B5EF4-FFF2-40B4-BE49-F238E27FC236}">
                <a16:creationId xmlns:a16="http://schemas.microsoft.com/office/drawing/2014/main" id="{F6F306AD-528B-44F2-97F6-C1072B0EEA6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485639" y="5467612"/>
            <a:ext cx="1220724" cy="12162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</p:spPr>
        <p:txBody>
          <a:bodyPr/>
          <a:lstStyle>
            <a:lvl1pPr marL="0" indent="0">
              <a:buNone/>
              <a:defRPr sz="800">
                <a:solidFill>
                  <a:schemeClr val="bg1"/>
                </a:solidFill>
              </a:defRPr>
            </a:lvl1pPr>
            <a:lvl2pPr marL="271463" indent="0">
              <a:buNone/>
              <a:defRPr/>
            </a:lvl2pPr>
          </a:lstStyle>
          <a:p>
            <a:pPr lvl="0"/>
            <a:r>
              <a:rPr lang="de-DE"/>
              <a:t> 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A246A6EC-3E05-4D6A-90AC-32BADE329B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71476" y="3609020"/>
            <a:ext cx="11449050" cy="756084"/>
          </a:xfrm>
        </p:spPr>
        <p:txBody>
          <a:bodyPr anchor="b"/>
          <a:lstStyle>
            <a:lvl1pPr algn="ctr">
              <a:defRPr sz="4800">
                <a:solidFill>
                  <a:schemeClr val="bg1"/>
                </a:solidFill>
              </a:defRPr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D9B9821B-D7E4-454E-A8E2-C60C1507FD1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71476" y="4392005"/>
            <a:ext cx="11449050" cy="683654"/>
          </a:xfrm>
        </p:spPr>
        <p:txBody>
          <a:bodyPr/>
          <a:lstStyle>
            <a:lvl1pPr marL="0" indent="0" algn="ctr">
              <a:buNone/>
              <a:defRPr sz="3200">
                <a:solidFill>
                  <a:schemeClr val="bg1"/>
                </a:solidFill>
                <a:latin typeface="DB Head Light" panose="020B030205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A27B272F-0A02-4556-8035-1AFBA703708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71475" y="5920896"/>
            <a:ext cx="11449051" cy="380709"/>
          </a:xfrm>
        </p:spPr>
        <p:txBody>
          <a:bodyPr/>
          <a:lstStyle>
            <a:lvl1pPr marL="0" indent="0" algn="ctr">
              <a:buNone/>
              <a:defRPr>
                <a:solidFill>
                  <a:schemeClr val="bg1"/>
                </a:solidFill>
                <a:latin typeface="DB Head Light" panose="020B0302050202020204" pitchFamily="34" charset="0"/>
              </a:defRPr>
            </a:lvl1pPr>
          </a:lstStyle>
          <a:p>
            <a:pPr lvl="0"/>
            <a:r>
              <a:rPr lang="de-DE"/>
              <a:t>Datum | Ort</a:t>
            </a:r>
          </a:p>
        </p:txBody>
      </p:sp>
      <p:sp>
        <p:nvSpPr>
          <p:cNvPr id="9" name="Textplatzhalter 3">
            <a:extLst>
              <a:ext uri="{FF2B5EF4-FFF2-40B4-BE49-F238E27FC236}">
                <a16:creationId xmlns:a16="http://schemas.microsoft.com/office/drawing/2014/main" id="{39399880-9F04-4041-857C-3A730A3F575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164112" y="513294"/>
            <a:ext cx="3863773" cy="853199"/>
          </a:xfr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 sz="10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5762350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 (Bild, Logo Weiß zentrier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Bildplatzhalter 10">
            <a:extLst>
              <a:ext uri="{FF2B5EF4-FFF2-40B4-BE49-F238E27FC236}">
                <a16:creationId xmlns:a16="http://schemas.microsoft.com/office/drawing/2014/main" id="{AA98A793-6334-4A93-A832-55E4A93AE29D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-1" y="0"/>
            <a:ext cx="12192001" cy="6858000"/>
          </a:xfrm>
          <a:solidFill>
            <a:schemeClr val="bg1">
              <a:lumMod val="75000"/>
            </a:schemeClr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12" name="PULS">
            <a:extLst>
              <a:ext uri="{FF2B5EF4-FFF2-40B4-BE49-F238E27FC236}">
                <a16:creationId xmlns:a16="http://schemas.microsoft.com/office/drawing/2014/main" id="{F6F306AD-528B-44F2-97F6-C1072B0EEA6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485639" y="5467612"/>
            <a:ext cx="1220724" cy="12162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</p:spPr>
        <p:txBody>
          <a:bodyPr/>
          <a:lstStyle>
            <a:lvl1pPr marL="0" indent="0">
              <a:buNone/>
              <a:defRPr sz="800">
                <a:solidFill>
                  <a:schemeClr val="bg1"/>
                </a:solidFill>
              </a:defRPr>
            </a:lvl1pPr>
            <a:lvl2pPr marL="271463" indent="0">
              <a:buNone/>
              <a:defRPr/>
            </a:lvl2pPr>
          </a:lstStyle>
          <a:p>
            <a:pPr lvl="0"/>
            <a:r>
              <a:rPr lang="de-DE"/>
              <a:t> 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A246A6EC-3E05-4D6A-90AC-32BADE329B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71476" y="3609020"/>
            <a:ext cx="11449050" cy="756084"/>
          </a:xfrm>
        </p:spPr>
        <p:txBody>
          <a:bodyPr anchor="b"/>
          <a:lstStyle>
            <a:lvl1pPr algn="ctr">
              <a:defRPr sz="4800">
                <a:solidFill>
                  <a:schemeClr val="bg1"/>
                </a:solidFill>
              </a:defRPr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D9B9821B-D7E4-454E-A8E2-C60C1507FD1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71476" y="4392005"/>
            <a:ext cx="11449050" cy="683654"/>
          </a:xfrm>
        </p:spPr>
        <p:txBody>
          <a:bodyPr/>
          <a:lstStyle>
            <a:lvl1pPr marL="0" indent="0" algn="ctr">
              <a:buNone/>
              <a:defRPr sz="3200">
                <a:solidFill>
                  <a:schemeClr val="bg1"/>
                </a:solidFill>
                <a:latin typeface="DB Head Light" panose="020B030205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A27B272F-0A02-4556-8035-1AFBA703708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71476" y="5920896"/>
            <a:ext cx="11449050" cy="380709"/>
          </a:xfrm>
        </p:spPr>
        <p:txBody>
          <a:bodyPr/>
          <a:lstStyle>
            <a:lvl1pPr marL="0" indent="0" algn="ctr">
              <a:buNone/>
              <a:defRPr>
                <a:solidFill>
                  <a:schemeClr val="bg1"/>
                </a:solidFill>
                <a:latin typeface="DB Head Light" panose="020B0302050202020204" pitchFamily="34" charset="0"/>
              </a:defRPr>
            </a:lvl1pPr>
          </a:lstStyle>
          <a:p>
            <a:pPr lvl="0"/>
            <a:r>
              <a:rPr lang="de-DE"/>
              <a:t>Datum | Ort</a:t>
            </a:r>
          </a:p>
        </p:txBody>
      </p:sp>
      <p:sp>
        <p:nvSpPr>
          <p:cNvPr id="9" name="Textplatzhalter 3">
            <a:extLst>
              <a:ext uri="{FF2B5EF4-FFF2-40B4-BE49-F238E27FC236}">
                <a16:creationId xmlns:a16="http://schemas.microsoft.com/office/drawing/2014/main" id="{AC7CCCB3-4C9E-4679-9D0E-6976C35D28D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164112" y="513294"/>
            <a:ext cx="3863773" cy="853199"/>
          </a:xfr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 sz="10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8449869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 (Rahme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Bildplatzhalter 10">
            <a:extLst>
              <a:ext uri="{FF2B5EF4-FFF2-40B4-BE49-F238E27FC236}">
                <a16:creationId xmlns:a16="http://schemas.microsoft.com/office/drawing/2014/main" id="{AA98A793-6334-4A93-A832-55E4A93AE29D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-1" y="0"/>
            <a:ext cx="12192001" cy="6858000"/>
          </a:xfrm>
          <a:solidFill>
            <a:schemeClr val="bg1">
              <a:lumMod val="75000"/>
            </a:schemeClr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A246A6EC-3E05-4D6A-90AC-32BADE329B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71364" y="1073676"/>
            <a:ext cx="7309209" cy="5415664"/>
          </a:xfrm>
          <a:prstGeom prst="roundRect">
            <a:avLst>
              <a:gd name="adj" fmla="val 1200"/>
            </a:avLst>
          </a:prstGeom>
          <a:solidFill>
            <a:schemeClr val="bg1">
              <a:alpha val="80000"/>
            </a:schemeClr>
          </a:solidFill>
        </p:spPr>
        <p:txBody>
          <a:bodyPr lIns="360000" tIns="252000" rIns="252000" bIns="2232000" anchor="b"/>
          <a:lstStyle>
            <a:lvl1pPr algn="l">
              <a:defRPr sz="4800">
                <a:solidFill>
                  <a:schemeClr val="tx1"/>
                </a:solidFill>
              </a:defRPr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12" name="Textplatzhalter 6">
            <a:extLst>
              <a:ext uri="{FF2B5EF4-FFF2-40B4-BE49-F238E27FC236}">
                <a16:creationId xmlns:a16="http://schemas.microsoft.com/office/drawing/2014/main" id="{F6F306AD-528B-44F2-97F6-C1072B0EEA6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49299" y="5467615"/>
            <a:ext cx="1220724" cy="12162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</p:spPr>
        <p:txBody>
          <a:bodyPr/>
          <a:lstStyle>
            <a:lvl1pPr marL="0" indent="0">
              <a:buNone/>
              <a:defRPr sz="800">
                <a:solidFill>
                  <a:schemeClr val="bg1"/>
                </a:solidFill>
              </a:defRPr>
            </a:lvl1pPr>
            <a:lvl2pPr marL="271463" indent="0">
              <a:buNone/>
              <a:defRPr/>
            </a:lvl2pPr>
          </a:lstStyle>
          <a:p>
            <a:pPr lvl="0"/>
            <a:r>
              <a:rPr lang="de-DE"/>
              <a:t> 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D9B9821B-D7E4-454E-A8E2-C60C1507FD1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49299" y="4371454"/>
            <a:ext cx="6643241" cy="683654"/>
          </a:xfrm>
        </p:spPr>
        <p:txBody>
          <a:bodyPr/>
          <a:lstStyle>
            <a:lvl1pPr marL="0" indent="0" algn="l">
              <a:buNone/>
              <a:defRPr sz="3200">
                <a:solidFill>
                  <a:schemeClr val="tx1"/>
                </a:solidFill>
                <a:latin typeface="DB Head Light" panose="020B030205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A27B272F-0A02-4556-8035-1AFBA703708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31403" y="5922000"/>
            <a:ext cx="6661137" cy="380709"/>
          </a:xfrm>
        </p:spPr>
        <p:txBody>
          <a:bodyPr/>
          <a:lstStyle>
            <a:lvl1pPr marL="0" indent="0">
              <a:buNone/>
              <a:defRPr sz="1600">
                <a:solidFill>
                  <a:schemeClr val="tx1"/>
                </a:solidFill>
                <a:latin typeface="DB Head Light" panose="020B0302050202020204" pitchFamily="34" charset="0"/>
              </a:defRPr>
            </a:lvl1pPr>
          </a:lstStyle>
          <a:p>
            <a:pPr lvl="0"/>
            <a:r>
              <a:rPr lang="de-DE"/>
              <a:t>Datum | Ort</a:t>
            </a:r>
          </a:p>
        </p:txBody>
      </p:sp>
      <p:sp>
        <p:nvSpPr>
          <p:cNvPr id="8" name="Textplatzhalter 3">
            <a:extLst>
              <a:ext uri="{FF2B5EF4-FFF2-40B4-BE49-F238E27FC236}">
                <a16:creationId xmlns:a16="http://schemas.microsoft.com/office/drawing/2014/main" id="{398F66B9-BCC0-498C-90EC-8CDC6A8B006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49298" y="1442767"/>
            <a:ext cx="3863773" cy="853199"/>
          </a:xfr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 sz="10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2490554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sverzeichnis (Weiß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5B94DD2-B5F5-4C54-B070-51A7824E16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5" y="296696"/>
            <a:ext cx="8857247" cy="86405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001E907B-F3FD-4F7E-979E-473985CA80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913D9F7D-0C28-4C21-AA99-7C67E34F632A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893E3042-2834-4DDC-A64E-0471DC6D18BD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71475" y="1916831"/>
            <a:ext cx="7920768" cy="4212507"/>
          </a:xfrm>
        </p:spPr>
        <p:txBody>
          <a:bodyPr/>
          <a:lstStyle>
            <a:lvl1pPr marL="895350" indent="-895350">
              <a:buClrTx/>
              <a:buFont typeface="+mj-lt"/>
              <a:buAutoNum type="arabicPeriod"/>
              <a:defRPr sz="3000">
                <a:solidFill>
                  <a:schemeClr val="tx1"/>
                </a:solidFill>
                <a:latin typeface="+mj-lt"/>
              </a:defRPr>
            </a:lvl1pPr>
            <a:lvl2pPr marL="1257300" indent="-355600">
              <a:defRPr sz="3000">
                <a:solidFill>
                  <a:schemeClr val="bg1"/>
                </a:solidFill>
                <a:latin typeface="+mj-lt"/>
              </a:defRPr>
            </a:lvl2pPr>
            <a:lvl3pPr>
              <a:defRPr sz="3000">
                <a:latin typeface="+mj-lt"/>
              </a:defRPr>
            </a:lvl3pPr>
            <a:lvl4pPr>
              <a:defRPr sz="3000">
                <a:latin typeface="+mj-lt"/>
              </a:defRPr>
            </a:lvl4pPr>
            <a:lvl5pPr>
              <a:defRPr sz="3000">
                <a:latin typeface="+mj-lt"/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E2C21096-8319-E961-D73F-EBB16FE279A1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>
          <a:xfrm>
            <a:off x="371475" y="6537600"/>
            <a:ext cx="10602902" cy="216024"/>
          </a:xfrm>
        </p:spPr>
        <p:txBody>
          <a:bodyPr vert="horz" lIns="0" tIns="0" rIns="0" bIns="0" rtlCol="0" anchor="b" anchorCtr="0">
            <a:noAutofit/>
          </a:bodyPr>
          <a:lstStyle>
            <a:lvl1pPr>
              <a:defRPr lang="de-DE" smtClean="0">
                <a:solidFill>
                  <a:srgbClr val="000000"/>
                </a:solidFill>
              </a:defRPr>
            </a:lvl1pPr>
          </a:lstStyle>
          <a:p>
            <a:r>
              <a:rPr lang="de-DE"/>
              <a:t>DB InfraGO AG</a:t>
            </a:r>
          </a:p>
        </p:txBody>
      </p:sp>
    </p:spTree>
    <p:extLst>
      <p:ext uri="{BB962C8B-B14F-4D97-AF65-F5344CB8AC3E}">
        <p14:creationId xmlns:p14="http://schemas.microsoft.com/office/powerpoint/2010/main" val="10128122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nhaltsverzeichnis (Rot)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5B94DD2-B5F5-4C54-B070-51A7824E16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4" y="296696"/>
            <a:ext cx="8856000" cy="864052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9D45B80E-FA5E-4414-8A23-82CAB8E0D0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71475" y="6537600"/>
            <a:ext cx="10602902" cy="216024"/>
          </a:xfrm>
        </p:spPr>
        <p:txBody>
          <a:bodyPr vert="horz" lIns="0" tIns="0" rIns="0" bIns="0" rtlCol="0" anchor="b" anchorCtr="0">
            <a:noAutofit/>
          </a:bodyPr>
          <a:lstStyle>
            <a:lvl1pPr>
              <a:defRPr lang="de-DE" smtClean="0">
                <a:solidFill>
                  <a:srgbClr val="FFFFFF"/>
                </a:solidFill>
              </a:defRPr>
            </a:lvl1pPr>
          </a:lstStyle>
          <a:p>
            <a:r>
              <a:rPr lang="de-DE"/>
              <a:t>DB InfraGO AG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001E907B-F3FD-4F7E-979E-473985CA80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13D9F7D-0C28-4C21-AA99-7C67E34F632A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893E3042-2834-4DDC-A64E-0471DC6D18BD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71475" y="1916831"/>
            <a:ext cx="7920768" cy="4212507"/>
          </a:xfrm>
        </p:spPr>
        <p:txBody>
          <a:bodyPr/>
          <a:lstStyle>
            <a:lvl1pPr marL="895350" indent="-895350">
              <a:buClrTx/>
              <a:buFont typeface="+mj-lt"/>
              <a:buAutoNum type="arabicPeriod"/>
              <a:defRPr sz="3000">
                <a:solidFill>
                  <a:schemeClr val="bg1"/>
                </a:solidFill>
                <a:latin typeface="+mj-lt"/>
              </a:defRPr>
            </a:lvl1pPr>
            <a:lvl2pPr marL="1257300" indent="-355600">
              <a:defRPr sz="3000">
                <a:solidFill>
                  <a:schemeClr val="bg1"/>
                </a:solidFill>
                <a:latin typeface="+mj-lt"/>
              </a:defRPr>
            </a:lvl2pPr>
            <a:lvl3pPr>
              <a:defRPr sz="3000">
                <a:latin typeface="+mj-lt"/>
              </a:defRPr>
            </a:lvl3pPr>
            <a:lvl4pPr>
              <a:defRPr sz="3000">
                <a:latin typeface="+mj-lt"/>
              </a:defRPr>
            </a:lvl4pPr>
            <a:lvl5pPr>
              <a:defRPr sz="3000">
                <a:latin typeface="+mj-lt"/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6" name="Freeform 5">
            <a:extLst>
              <a:ext uri="{FF2B5EF4-FFF2-40B4-BE49-F238E27FC236}">
                <a16:creationId xmlns:a16="http://schemas.microsoft.com/office/drawing/2014/main" id="{652B2642-5C15-4995-AB93-CA337E09B1DB}"/>
              </a:ext>
            </a:extLst>
          </p:cNvPr>
          <p:cNvSpPr>
            <a:spLocks/>
          </p:cNvSpPr>
          <p:nvPr userDrawn="1"/>
        </p:nvSpPr>
        <p:spPr bwMode="auto">
          <a:xfrm>
            <a:off x="11293475" y="6469871"/>
            <a:ext cx="542925" cy="55563"/>
          </a:xfrm>
          <a:custGeom>
            <a:avLst/>
            <a:gdLst>
              <a:gd name="T0" fmla="*/ 3590 w 3779"/>
              <a:gd name="T1" fmla="*/ 377 h 377"/>
              <a:gd name="T2" fmla="*/ 3590 w 3779"/>
              <a:gd name="T3" fmla="*/ 377 h 377"/>
              <a:gd name="T4" fmla="*/ 188 w 3779"/>
              <a:gd name="T5" fmla="*/ 377 h 377"/>
              <a:gd name="T6" fmla="*/ 0 w 3779"/>
              <a:gd name="T7" fmla="*/ 188 h 377"/>
              <a:gd name="T8" fmla="*/ 188 w 3779"/>
              <a:gd name="T9" fmla="*/ 0 h 377"/>
              <a:gd name="T10" fmla="*/ 3590 w 3779"/>
              <a:gd name="T11" fmla="*/ 0 h 377"/>
              <a:gd name="T12" fmla="*/ 3779 w 3779"/>
              <a:gd name="T13" fmla="*/ 188 h 377"/>
              <a:gd name="T14" fmla="*/ 3590 w 3779"/>
              <a:gd name="T15" fmla="*/ 377 h 37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3779" h="377">
                <a:moveTo>
                  <a:pt x="3590" y="377"/>
                </a:moveTo>
                <a:lnTo>
                  <a:pt x="3590" y="377"/>
                </a:lnTo>
                <a:lnTo>
                  <a:pt x="188" y="377"/>
                </a:lnTo>
                <a:cubicBezTo>
                  <a:pt x="79" y="377"/>
                  <a:pt x="0" y="293"/>
                  <a:pt x="0" y="188"/>
                </a:cubicBezTo>
                <a:cubicBezTo>
                  <a:pt x="0" y="82"/>
                  <a:pt x="79" y="0"/>
                  <a:pt x="188" y="0"/>
                </a:cubicBezTo>
                <a:lnTo>
                  <a:pt x="3590" y="0"/>
                </a:lnTo>
                <a:cubicBezTo>
                  <a:pt x="3700" y="0"/>
                  <a:pt x="3779" y="82"/>
                  <a:pt x="3779" y="188"/>
                </a:cubicBezTo>
                <a:cubicBezTo>
                  <a:pt x="3779" y="293"/>
                  <a:pt x="3700" y="377"/>
                  <a:pt x="3590" y="377"/>
                </a:cubicBez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de-DE"/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CA4781C7-6ECF-2987-D9C9-ADB7D86177F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08724" y="368561"/>
            <a:ext cx="1711800" cy="37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68935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nhaltsverzeichnis (Bild, Logo Schwarz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Bildplatzhalter 10">
            <a:extLst>
              <a:ext uri="{FF2B5EF4-FFF2-40B4-BE49-F238E27FC236}">
                <a16:creationId xmlns:a16="http://schemas.microsoft.com/office/drawing/2014/main" id="{E2BE1948-FCAB-44DC-8926-051C5011458D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-1" y="0"/>
            <a:ext cx="12192001" cy="6858000"/>
          </a:xfrm>
          <a:solidFill>
            <a:schemeClr val="bg1">
              <a:lumMod val="75000"/>
            </a:schemeClr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05B94DD2-B5F5-4C54-B070-51A7824E16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4" y="296696"/>
            <a:ext cx="8856000" cy="864052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9D45B80E-FA5E-4414-8A23-82CAB8E0D0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71475" y="6537600"/>
            <a:ext cx="10602902" cy="216024"/>
          </a:xfrm>
        </p:spPr>
        <p:txBody>
          <a:bodyPr vert="horz" lIns="0" tIns="0" rIns="0" bIns="0" rtlCol="0" anchor="b" anchorCtr="0">
            <a:noAutofit/>
          </a:bodyPr>
          <a:lstStyle>
            <a:lvl1pPr>
              <a:defRPr lang="de-DE" smtClean="0">
                <a:solidFill>
                  <a:srgbClr val="FFFFFF"/>
                </a:solidFill>
              </a:defRPr>
            </a:lvl1pPr>
          </a:lstStyle>
          <a:p>
            <a:r>
              <a:rPr lang="de-DE"/>
              <a:t>DB InfraGO AG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001E907B-F3FD-4F7E-979E-473985CA80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13D9F7D-0C28-4C21-AA99-7C67E34F632A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4DAC0F8B-4A4D-455D-8D50-154C31AA3BE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1287836" y="6475761"/>
            <a:ext cx="532800" cy="504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</p:spPr>
        <p:txBody>
          <a:bodyPr/>
          <a:lstStyle>
            <a:lvl1pPr marL="0" indent="0">
              <a:buNone/>
              <a:defRPr sz="800">
                <a:solidFill>
                  <a:schemeClr val="bg1"/>
                </a:solidFill>
              </a:defRPr>
            </a:lvl1pPr>
            <a:lvl2pPr marL="271463" indent="0">
              <a:buNone/>
              <a:defRPr/>
            </a:lvl2pPr>
          </a:lstStyle>
          <a:p>
            <a:pPr lvl="0"/>
            <a:r>
              <a:rPr lang="de-DE"/>
              <a:t> </a:t>
            </a:r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893E3042-2834-4DDC-A64E-0471DC6D18BD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71475" y="1916831"/>
            <a:ext cx="7920768" cy="4212507"/>
          </a:xfrm>
        </p:spPr>
        <p:txBody>
          <a:bodyPr/>
          <a:lstStyle>
            <a:lvl1pPr marL="895350" indent="-895350">
              <a:buClrTx/>
              <a:buFont typeface="+mj-lt"/>
              <a:buAutoNum type="arabicPeriod"/>
              <a:defRPr sz="3000">
                <a:solidFill>
                  <a:schemeClr val="bg1"/>
                </a:solidFill>
                <a:latin typeface="+mj-lt"/>
              </a:defRPr>
            </a:lvl1pPr>
            <a:lvl2pPr marL="1257300" indent="-355600">
              <a:defRPr sz="3000">
                <a:solidFill>
                  <a:schemeClr val="bg1"/>
                </a:solidFill>
                <a:latin typeface="+mj-lt"/>
              </a:defRPr>
            </a:lvl2pPr>
            <a:lvl3pPr>
              <a:defRPr sz="3000">
                <a:latin typeface="+mj-lt"/>
              </a:defRPr>
            </a:lvl3pPr>
            <a:lvl4pPr>
              <a:defRPr sz="3000">
                <a:latin typeface="+mj-lt"/>
              </a:defRPr>
            </a:lvl4pPr>
            <a:lvl5pPr>
              <a:defRPr sz="3000">
                <a:latin typeface="+mj-lt"/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1" name="Textplatzhalter 3">
            <a:extLst>
              <a:ext uri="{FF2B5EF4-FFF2-40B4-BE49-F238E27FC236}">
                <a16:creationId xmlns:a16="http://schemas.microsoft.com/office/drawing/2014/main" id="{2D674621-38C8-4B6A-9F38-4353461FF61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0108724" y="368561"/>
            <a:ext cx="1711800" cy="378000"/>
          </a:xfr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0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1798105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nhaltsverzeichnis (Bild, Logo Weiß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Bildplatzhalter 10">
            <a:extLst>
              <a:ext uri="{FF2B5EF4-FFF2-40B4-BE49-F238E27FC236}">
                <a16:creationId xmlns:a16="http://schemas.microsoft.com/office/drawing/2014/main" id="{E2BE1948-FCAB-44DC-8926-051C5011458D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-1" y="0"/>
            <a:ext cx="12192001" cy="6858000"/>
          </a:xfrm>
          <a:solidFill>
            <a:schemeClr val="bg1">
              <a:lumMod val="75000"/>
            </a:schemeClr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05B94DD2-B5F5-4C54-B070-51A7824E16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4" y="296696"/>
            <a:ext cx="8856000" cy="864052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9D45B80E-FA5E-4414-8A23-82CAB8E0D0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71475" y="6537600"/>
            <a:ext cx="10602902" cy="216024"/>
          </a:xfrm>
        </p:spPr>
        <p:txBody>
          <a:bodyPr vert="horz" lIns="0" tIns="0" rIns="0" bIns="0" rtlCol="0" anchor="b" anchorCtr="0">
            <a:noAutofit/>
          </a:bodyPr>
          <a:lstStyle>
            <a:lvl1pPr>
              <a:defRPr lang="de-DE" smtClean="0">
                <a:solidFill>
                  <a:srgbClr val="FFFFFF"/>
                </a:solidFill>
              </a:defRPr>
            </a:lvl1pPr>
          </a:lstStyle>
          <a:p>
            <a:r>
              <a:rPr lang="de-DE"/>
              <a:t>DB InfraGO AG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001E907B-F3FD-4F7E-979E-473985CA80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13D9F7D-0C28-4C21-AA99-7C67E34F632A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4DAC0F8B-4A4D-455D-8D50-154C31AA3BE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1287836" y="6475761"/>
            <a:ext cx="532800" cy="504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</p:spPr>
        <p:txBody>
          <a:bodyPr/>
          <a:lstStyle>
            <a:lvl1pPr marL="0" indent="0">
              <a:buNone/>
              <a:defRPr sz="800">
                <a:solidFill>
                  <a:schemeClr val="bg1"/>
                </a:solidFill>
              </a:defRPr>
            </a:lvl1pPr>
            <a:lvl2pPr marL="271463" indent="0">
              <a:buNone/>
              <a:defRPr/>
            </a:lvl2pPr>
          </a:lstStyle>
          <a:p>
            <a:pPr lvl="0"/>
            <a:r>
              <a:rPr lang="de-DE"/>
              <a:t> </a:t>
            </a:r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893E3042-2834-4DDC-A64E-0471DC6D18BD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71475" y="1916831"/>
            <a:ext cx="7920768" cy="4175993"/>
          </a:xfrm>
        </p:spPr>
        <p:txBody>
          <a:bodyPr/>
          <a:lstStyle>
            <a:lvl1pPr marL="895350" indent="-895350">
              <a:buClrTx/>
              <a:buFont typeface="+mj-lt"/>
              <a:buAutoNum type="arabicPeriod"/>
              <a:defRPr sz="3000">
                <a:solidFill>
                  <a:schemeClr val="bg1"/>
                </a:solidFill>
                <a:latin typeface="+mj-lt"/>
              </a:defRPr>
            </a:lvl1pPr>
            <a:lvl2pPr marL="1257300" indent="-355600">
              <a:defRPr sz="3000">
                <a:solidFill>
                  <a:schemeClr val="bg1"/>
                </a:solidFill>
                <a:latin typeface="+mj-lt"/>
              </a:defRPr>
            </a:lvl2pPr>
            <a:lvl3pPr>
              <a:defRPr sz="3000">
                <a:latin typeface="+mj-lt"/>
              </a:defRPr>
            </a:lvl3pPr>
            <a:lvl4pPr>
              <a:defRPr sz="3000">
                <a:latin typeface="+mj-lt"/>
              </a:defRPr>
            </a:lvl4pPr>
            <a:lvl5pPr>
              <a:defRPr sz="3000">
                <a:latin typeface="+mj-lt"/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8" name="Textplatzhalter 3">
            <a:extLst>
              <a:ext uri="{FF2B5EF4-FFF2-40B4-BE49-F238E27FC236}">
                <a16:creationId xmlns:a16="http://schemas.microsoft.com/office/drawing/2014/main" id="{47426651-8C1F-4E8A-A2A0-313D93E5F73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0108724" y="368561"/>
            <a:ext cx="1711800" cy="378000"/>
          </a:xfr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0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51892383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apiteltrenner (Weiß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80E10FB-DB28-4159-ABFD-2E84010A9B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6" y="980728"/>
            <a:ext cx="11449050" cy="1836204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B538E46-C847-44FA-A5BC-C63FF58B56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71475" y="6537600"/>
            <a:ext cx="10602902" cy="216024"/>
          </a:xfrm>
        </p:spPr>
        <p:txBody>
          <a:bodyPr vert="horz" lIns="0" tIns="0" rIns="0" bIns="0" rtlCol="0" anchor="b" anchorCtr="0">
            <a:noAutofit/>
          </a:bodyPr>
          <a:lstStyle>
            <a:lvl1pPr>
              <a:defRPr lang="de-DE" smtClean="0">
                <a:solidFill>
                  <a:srgbClr val="000000"/>
                </a:solidFill>
              </a:defRPr>
            </a:lvl1pPr>
          </a:lstStyle>
          <a:p>
            <a:r>
              <a:rPr lang="de-DE"/>
              <a:t>DB InfraGO AG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EC4D224-C30D-405E-A5EE-0DB17C1D86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3D9F7D-0C28-4C21-AA99-7C67E34F632A}" type="slidenum">
              <a:rPr lang="de-DE" smtClean="0"/>
              <a:t>‹Nr.›</a:t>
            </a:fld>
            <a:endParaRPr lang="de-DE"/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519DF05F-72AD-4B24-A27F-09516995237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71475" y="3789041"/>
            <a:ext cx="5545137" cy="2340298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2" name="Rechteck: abgerundete Ecken 11">
            <a:extLst>
              <a:ext uri="{FF2B5EF4-FFF2-40B4-BE49-F238E27FC236}">
                <a16:creationId xmlns:a16="http://schemas.microsoft.com/office/drawing/2014/main" id="{A4574D2F-0500-4A13-8529-ED82FC3897C9}"/>
              </a:ext>
            </a:extLst>
          </p:cNvPr>
          <p:cNvSpPr/>
          <p:nvPr userDrawn="1"/>
        </p:nvSpPr>
        <p:spPr>
          <a:xfrm>
            <a:off x="374776" y="3068960"/>
            <a:ext cx="1220724" cy="12162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4505963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Kapiteltrenner (Bild, Logo Schwarz)">
    <p:bg>
      <p:bgPr>
        <a:solidFill>
          <a:schemeClr val="bg1">
            <a:lumMod val="75000"/>
            <a:alpha val="84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Bildplatzhalter 10">
            <a:extLst>
              <a:ext uri="{FF2B5EF4-FFF2-40B4-BE49-F238E27FC236}">
                <a16:creationId xmlns:a16="http://schemas.microsoft.com/office/drawing/2014/main" id="{F8EFF006-54B8-4823-B83A-1C9F7B6FA068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-1" y="0"/>
            <a:ext cx="12192001" cy="6858000"/>
          </a:xfrm>
          <a:noFill/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D80E10FB-DB28-4159-ABFD-2E84010A9B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6" y="980728"/>
            <a:ext cx="11449050" cy="1836204"/>
          </a:xfrm>
        </p:spPr>
        <p:txBody>
          <a:bodyPr anchor="b"/>
          <a:lstStyle>
            <a:lvl1pPr>
              <a:defRPr sz="5400">
                <a:solidFill>
                  <a:schemeClr val="tx1"/>
                </a:solidFill>
              </a:defRPr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B538E46-C847-44FA-A5BC-C63FF58B56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71475" y="6537600"/>
            <a:ext cx="10602902" cy="216024"/>
          </a:xfrm>
        </p:spPr>
        <p:txBody>
          <a:bodyPr vert="horz" lIns="0" tIns="0" rIns="0" bIns="0" rtlCol="0" anchor="b" anchorCtr="0">
            <a:noAutofit/>
          </a:bodyPr>
          <a:lstStyle>
            <a:lvl1pPr>
              <a:defRPr lang="de-DE" smtClean="0">
                <a:solidFill>
                  <a:srgbClr val="000000"/>
                </a:solidFill>
              </a:defRPr>
            </a:lvl1pPr>
          </a:lstStyle>
          <a:p>
            <a:r>
              <a:rPr lang="de-DE"/>
              <a:t>DB InfraGO AG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EC4D224-C30D-405E-A5EE-0DB17C1D86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913D9F7D-0C28-4C21-AA99-7C67E34F632A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519DF05F-72AD-4B24-A27F-09516995237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71475" y="3789041"/>
            <a:ext cx="5545137" cy="2340298"/>
          </a:xfrm>
        </p:spPr>
        <p:txBody>
          <a:bodyPr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59B825A7-CC36-4592-BA09-A6FA6C29D83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74776" y="3068960"/>
            <a:ext cx="1220724" cy="12162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</p:spPr>
        <p:txBody>
          <a:bodyPr/>
          <a:lstStyle>
            <a:lvl1pPr marL="0" indent="0">
              <a:buNone/>
              <a:defRPr sz="800">
                <a:solidFill>
                  <a:schemeClr val="bg1"/>
                </a:solidFill>
              </a:defRPr>
            </a:lvl1pPr>
            <a:lvl2pPr marL="271463" indent="0">
              <a:buNone/>
              <a:defRPr/>
            </a:lvl2pPr>
          </a:lstStyle>
          <a:p>
            <a:pPr lvl="0"/>
            <a:r>
              <a:rPr lang="de-DE"/>
              <a:t> </a:t>
            </a:r>
          </a:p>
        </p:txBody>
      </p:sp>
      <p:sp>
        <p:nvSpPr>
          <p:cNvPr id="10" name="Textplatzhalter 6">
            <a:extLst>
              <a:ext uri="{FF2B5EF4-FFF2-40B4-BE49-F238E27FC236}">
                <a16:creationId xmlns:a16="http://schemas.microsoft.com/office/drawing/2014/main" id="{B27FFED9-1D10-457A-BB20-AF5C3651EB6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1287836" y="6475761"/>
            <a:ext cx="532800" cy="504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</p:spPr>
        <p:txBody>
          <a:bodyPr/>
          <a:lstStyle>
            <a:lvl1pPr marL="0" indent="0">
              <a:buNone/>
              <a:defRPr sz="800">
                <a:solidFill>
                  <a:schemeClr val="bg1"/>
                </a:solidFill>
              </a:defRPr>
            </a:lvl1pPr>
            <a:lvl2pPr marL="271463" indent="0">
              <a:buNone/>
              <a:defRPr/>
            </a:lvl2pPr>
          </a:lstStyle>
          <a:p>
            <a:pPr lvl="0"/>
            <a:r>
              <a:rPr lang="de-DE"/>
              <a:t> </a:t>
            </a:r>
          </a:p>
        </p:txBody>
      </p:sp>
      <p:sp>
        <p:nvSpPr>
          <p:cNvPr id="12" name="Textplatzhalter 3">
            <a:extLst>
              <a:ext uri="{FF2B5EF4-FFF2-40B4-BE49-F238E27FC236}">
                <a16:creationId xmlns:a16="http://schemas.microsoft.com/office/drawing/2014/main" id="{9CBF66AC-39B1-42D5-81C3-BAE45EE2EA1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0108724" y="368561"/>
            <a:ext cx="1711800" cy="378000"/>
          </a:xfr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0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51651580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Kapiteltrenner (Bild, Logo Weiß)">
    <p:bg>
      <p:bgPr>
        <a:solidFill>
          <a:schemeClr val="tx1">
            <a:alpha val="84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Bildplatzhalter 10">
            <a:extLst>
              <a:ext uri="{FF2B5EF4-FFF2-40B4-BE49-F238E27FC236}">
                <a16:creationId xmlns:a16="http://schemas.microsoft.com/office/drawing/2014/main" id="{F8EFF006-54B8-4823-B83A-1C9F7B6FA068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-1" y="0"/>
            <a:ext cx="12192001" cy="6858000"/>
          </a:xfrm>
          <a:noFill/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D80E10FB-DB28-4159-ABFD-2E84010A9B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6" y="980728"/>
            <a:ext cx="11449050" cy="1836204"/>
          </a:xfrm>
        </p:spPr>
        <p:txBody>
          <a:bodyPr anchor="b"/>
          <a:lstStyle>
            <a:lvl1pPr>
              <a:defRPr sz="5400">
                <a:solidFill>
                  <a:schemeClr val="bg1"/>
                </a:solidFill>
              </a:defRPr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B538E46-C847-44FA-A5BC-C63FF58B56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71475" y="6537600"/>
            <a:ext cx="10602902" cy="216024"/>
          </a:xfrm>
        </p:spPr>
        <p:txBody>
          <a:bodyPr vert="horz" lIns="0" tIns="0" rIns="0" bIns="0" rtlCol="0" anchor="b" anchorCtr="0">
            <a:noAutofit/>
          </a:bodyPr>
          <a:lstStyle>
            <a:lvl1pPr>
              <a:defRPr lang="de-DE" smtClean="0">
                <a:solidFill>
                  <a:srgbClr val="FFFFFF"/>
                </a:solidFill>
              </a:defRPr>
            </a:lvl1pPr>
          </a:lstStyle>
          <a:p>
            <a:r>
              <a:rPr lang="de-DE"/>
              <a:t>DB InfraGO AG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EC4D224-C30D-405E-A5EE-0DB17C1D86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13D9F7D-0C28-4C21-AA99-7C67E34F632A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519DF05F-72AD-4B24-A27F-09516995237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71475" y="3789041"/>
            <a:ext cx="5545137" cy="2340298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59B825A7-CC36-4592-BA09-A6FA6C29D83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74776" y="3068960"/>
            <a:ext cx="1220724" cy="12162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</p:spPr>
        <p:txBody>
          <a:bodyPr/>
          <a:lstStyle>
            <a:lvl1pPr marL="0" indent="0">
              <a:buNone/>
              <a:defRPr sz="800">
                <a:solidFill>
                  <a:schemeClr val="bg1"/>
                </a:solidFill>
              </a:defRPr>
            </a:lvl1pPr>
            <a:lvl2pPr marL="271463" indent="0">
              <a:buNone/>
              <a:defRPr/>
            </a:lvl2pPr>
          </a:lstStyle>
          <a:p>
            <a:pPr lvl="0"/>
            <a:r>
              <a:rPr lang="de-DE"/>
              <a:t> </a:t>
            </a:r>
          </a:p>
        </p:txBody>
      </p:sp>
      <p:sp>
        <p:nvSpPr>
          <p:cNvPr id="10" name="Textplatzhalter 6">
            <a:extLst>
              <a:ext uri="{FF2B5EF4-FFF2-40B4-BE49-F238E27FC236}">
                <a16:creationId xmlns:a16="http://schemas.microsoft.com/office/drawing/2014/main" id="{B27FFED9-1D10-457A-BB20-AF5C3651EB6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1287836" y="6475761"/>
            <a:ext cx="532800" cy="504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</p:spPr>
        <p:txBody>
          <a:bodyPr/>
          <a:lstStyle>
            <a:lvl1pPr marL="0" indent="0">
              <a:buNone/>
              <a:defRPr sz="800">
                <a:solidFill>
                  <a:schemeClr val="bg1"/>
                </a:solidFill>
              </a:defRPr>
            </a:lvl1pPr>
            <a:lvl2pPr marL="271463" indent="0">
              <a:buNone/>
              <a:defRPr/>
            </a:lvl2pPr>
          </a:lstStyle>
          <a:p>
            <a:pPr lvl="0"/>
            <a:r>
              <a:rPr lang="de-DE"/>
              <a:t> </a:t>
            </a:r>
          </a:p>
        </p:txBody>
      </p:sp>
      <p:sp>
        <p:nvSpPr>
          <p:cNvPr id="12" name="Textplatzhalter 3">
            <a:extLst>
              <a:ext uri="{FF2B5EF4-FFF2-40B4-BE49-F238E27FC236}">
                <a16:creationId xmlns:a16="http://schemas.microsoft.com/office/drawing/2014/main" id="{365ECB0E-4B1C-49BA-98BA-2E4E716F869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0108724" y="368561"/>
            <a:ext cx="1711800" cy="378000"/>
          </a:xfr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0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06293172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80E10FB-DB28-4159-ABFD-2E84010A9B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B538E46-C847-44FA-A5BC-C63FF58B56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71475" y="6537600"/>
            <a:ext cx="10602902" cy="216024"/>
          </a:xfrm>
        </p:spPr>
        <p:txBody>
          <a:bodyPr vert="horz" lIns="0" tIns="0" rIns="0" bIns="0" rtlCol="0" anchor="b" anchorCtr="0">
            <a:noAutofit/>
          </a:bodyPr>
          <a:lstStyle>
            <a:lvl1pPr>
              <a:defRPr lang="de-DE" smtClean="0">
                <a:solidFill>
                  <a:srgbClr val="000000"/>
                </a:solidFill>
              </a:defRPr>
            </a:lvl1pPr>
          </a:lstStyle>
          <a:p>
            <a:r>
              <a:rPr lang="de-DE"/>
              <a:t>DB InfraGO AG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EC4D224-C30D-405E-A5EE-0DB17C1D86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3D9F7D-0C28-4C21-AA99-7C67E34F632A}" type="slidenum">
              <a:rPr lang="de-DE" smtClean="0"/>
              <a:t>‹Nr.›</a:t>
            </a:fld>
            <a:endParaRPr lang="de-DE"/>
          </a:p>
        </p:txBody>
      </p:sp>
      <p:sp>
        <p:nvSpPr>
          <p:cNvPr id="7" name="Inhaltsplatzhalter 6">
            <a:extLst>
              <a:ext uri="{FF2B5EF4-FFF2-40B4-BE49-F238E27FC236}">
                <a16:creationId xmlns:a16="http://schemas.microsoft.com/office/drawing/2014/main" id="{43CB751F-9E6E-4899-A573-910F22F0D831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71475" y="1449388"/>
            <a:ext cx="11449049" cy="467995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314482311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mp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">
            <a:extLst>
              <a:ext uri="{FF2B5EF4-FFF2-40B4-BE49-F238E27FC236}">
                <a16:creationId xmlns:a16="http://schemas.microsoft.com/office/drawing/2014/main" id="{D80E10FB-DB28-4159-ABFD-2E84010A9B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4" y="296696"/>
            <a:ext cx="9495950" cy="577064"/>
          </a:xfrm>
        </p:spPr>
        <p:txBody>
          <a:bodyPr/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B538E46-C847-44FA-A5BC-C63FF58B56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71475" y="6537600"/>
            <a:ext cx="10602902" cy="216024"/>
          </a:xfrm>
        </p:spPr>
        <p:txBody>
          <a:bodyPr vert="horz" lIns="0" tIns="0" rIns="0" bIns="0" rtlCol="0" anchor="b" anchorCtr="0">
            <a:noAutofit/>
          </a:bodyPr>
          <a:lstStyle>
            <a:lvl1pPr>
              <a:defRPr lang="de-DE" smtClean="0">
                <a:solidFill>
                  <a:srgbClr val="000000"/>
                </a:solidFill>
              </a:defRPr>
            </a:lvl1pPr>
          </a:lstStyle>
          <a:p>
            <a:r>
              <a:rPr lang="de-DE" dirty="0"/>
              <a:t>DB </a:t>
            </a:r>
            <a:r>
              <a:rPr lang="de-DE" dirty="0" err="1"/>
              <a:t>InfraGO</a:t>
            </a:r>
            <a:r>
              <a:rPr lang="de-DE" dirty="0"/>
              <a:t> AG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EC4D224-C30D-405E-A5EE-0DB17C1D86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3D9F7D-0C28-4C21-AA99-7C67E34F632A}" type="slidenum">
              <a:rPr lang="de-DE" smtClean="0"/>
              <a:t>‹Nr.›</a:t>
            </a:fld>
            <a:endParaRPr lang="de-DE"/>
          </a:p>
        </p:txBody>
      </p:sp>
      <p:sp>
        <p:nvSpPr>
          <p:cNvPr id="7" name="Inhaltsplatzhalter">
            <a:extLst>
              <a:ext uri="{FF2B5EF4-FFF2-40B4-BE49-F238E27FC236}">
                <a16:creationId xmlns:a16="http://schemas.microsoft.com/office/drawing/2014/main" id="{43CB751F-9E6E-4899-A573-910F22F0D831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71475" y="1449388"/>
            <a:ext cx="11449049" cy="4679950"/>
          </a:xfrm>
        </p:spPr>
        <p:txBody>
          <a:bodyPr/>
          <a:lstStyle/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4" name="Untertitel">
            <a:extLst>
              <a:ext uri="{FF2B5EF4-FFF2-40B4-BE49-F238E27FC236}">
                <a16:creationId xmlns:a16="http://schemas.microsoft.com/office/drawing/2014/main" id="{AD93F8A4-95A6-9D76-B815-5EC70C55E09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71475" y="924053"/>
            <a:ext cx="9496425" cy="463550"/>
          </a:xfrm>
        </p:spPr>
        <p:txBody>
          <a:bodyPr/>
          <a:lstStyle>
            <a:lvl1pPr marL="0" indent="0">
              <a:buNone/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9" name="Infozeile">
            <a:extLst>
              <a:ext uri="{FF2B5EF4-FFF2-40B4-BE49-F238E27FC236}">
                <a16:creationId xmlns:a16="http://schemas.microsoft.com/office/drawing/2014/main" id="{A105D532-F74C-A131-61EB-FD66FD69083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71474" y="6241494"/>
            <a:ext cx="9107806" cy="296106"/>
          </a:xfrm>
        </p:spPr>
        <p:txBody>
          <a:bodyPr/>
          <a:lstStyle>
            <a:lvl1pPr marL="0" indent="0">
              <a:buNone/>
              <a:defRPr sz="1200"/>
            </a:lvl1pPr>
          </a:lstStyle>
          <a:p>
            <a:pPr lvl="0"/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90145344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2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80E10FB-DB28-4159-ABFD-2E84010A9B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B538E46-C847-44FA-A5BC-C63FF58B56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71475" y="6537600"/>
            <a:ext cx="10602902" cy="216024"/>
          </a:xfrm>
        </p:spPr>
        <p:txBody>
          <a:bodyPr vert="horz" lIns="0" tIns="0" rIns="0" bIns="0" rtlCol="0" anchor="b" anchorCtr="0">
            <a:noAutofit/>
          </a:bodyPr>
          <a:lstStyle>
            <a:lvl1pPr>
              <a:defRPr lang="de-DE" smtClean="0">
                <a:solidFill>
                  <a:srgbClr val="000000"/>
                </a:solidFill>
              </a:defRPr>
            </a:lvl1pPr>
          </a:lstStyle>
          <a:p>
            <a:r>
              <a:rPr lang="de-DE"/>
              <a:t>DB InfraGO AG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EC4D224-C30D-405E-A5EE-0DB17C1D86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3D9F7D-0C28-4C21-AA99-7C67E34F632A}" type="slidenum">
              <a:rPr lang="de-DE" smtClean="0"/>
              <a:t>‹Nr.›</a:t>
            </a:fld>
            <a:endParaRPr lang="de-DE"/>
          </a:p>
        </p:txBody>
      </p:sp>
      <p:sp>
        <p:nvSpPr>
          <p:cNvPr id="9" name="Inhaltsplatzhalter 8">
            <a:extLst>
              <a:ext uri="{FF2B5EF4-FFF2-40B4-BE49-F238E27FC236}">
                <a16:creationId xmlns:a16="http://schemas.microsoft.com/office/drawing/2014/main" id="{98887A16-E540-417F-AEC5-F4B0FFDF4A77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71475" y="1449388"/>
            <a:ext cx="5545138" cy="467995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0" name="Inhaltsplatzhalter 8">
            <a:extLst>
              <a:ext uri="{FF2B5EF4-FFF2-40B4-BE49-F238E27FC236}">
                <a16:creationId xmlns:a16="http://schemas.microsoft.com/office/drawing/2014/main" id="{73A4453B-BB6A-434B-9D58-17979C3C6A73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275387" y="1449388"/>
            <a:ext cx="5545138" cy="467995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13059360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und Bild (link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Bildplatzhalter 10">
            <a:extLst>
              <a:ext uri="{FF2B5EF4-FFF2-40B4-BE49-F238E27FC236}">
                <a16:creationId xmlns:a16="http://schemas.microsoft.com/office/drawing/2014/main" id="{9E8E2C43-FDD0-456E-A273-CCBA60D84910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-1" y="1449388"/>
            <a:ext cx="5923409" cy="5408612"/>
          </a:xfrm>
          <a:solidFill>
            <a:schemeClr val="bg1">
              <a:lumMod val="75000"/>
            </a:schemeClr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D80E10FB-DB28-4159-ABFD-2E84010A9B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B538E46-C847-44FA-A5BC-C63FF58B56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71475" y="6537600"/>
            <a:ext cx="10602902" cy="216024"/>
          </a:xfrm>
        </p:spPr>
        <p:txBody>
          <a:bodyPr vert="horz" lIns="0" tIns="0" rIns="0" bIns="0" rtlCol="0" anchor="b" anchorCtr="0">
            <a:noAutofit/>
          </a:bodyPr>
          <a:lstStyle>
            <a:lvl1pPr>
              <a:defRPr lang="de-DE" smtClean="0">
                <a:solidFill>
                  <a:srgbClr val="FFFFFF"/>
                </a:solidFill>
              </a:defRPr>
            </a:lvl1pPr>
          </a:lstStyle>
          <a:p>
            <a:r>
              <a:rPr lang="de-DE"/>
              <a:t>DB InfraGO AG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EC4D224-C30D-405E-A5EE-0DB17C1D86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913D9F7D-0C28-4C21-AA99-7C67E34F632A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6AE5B13E-F925-44FA-A8D7-2CB14BB0A1B1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275388" y="1449388"/>
            <a:ext cx="5545137" cy="467995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48985733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und Bild (recht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Bildplatzhalter 10">
            <a:extLst>
              <a:ext uri="{FF2B5EF4-FFF2-40B4-BE49-F238E27FC236}">
                <a16:creationId xmlns:a16="http://schemas.microsoft.com/office/drawing/2014/main" id="{9E8E2C43-FDD0-456E-A273-CCBA60D84910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275388" y="1449388"/>
            <a:ext cx="5916612" cy="5408612"/>
          </a:xfrm>
          <a:solidFill>
            <a:schemeClr val="bg1">
              <a:lumMod val="75000"/>
            </a:schemeClr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D80E10FB-DB28-4159-ABFD-2E84010A9B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B538E46-C847-44FA-A5BC-C63FF58B56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71475" y="6537600"/>
            <a:ext cx="10602902" cy="216024"/>
          </a:xfrm>
        </p:spPr>
        <p:txBody>
          <a:bodyPr vert="horz" lIns="0" tIns="0" rIns="0" bIns="0" rtlCol="0" anchor="b" anchorCtr="0">
            <a:noAutofit/>
          </a:bodyPr>
          <a:lstStyle>
            <a:lvl1pPr>
              <a:defRPr lang="de-DE" smtClean="0">
                <a:solidFill>
                  <a:srgbClr val="000000"/>
                </a:solidFill>
              </a:defRPr>
            </a:lvl1pPr>
          </a:lstStyle>
          <a:p>
            <a:r>
              <a:rPr lang="de-DE"/>
              <a:t>DB InfraGO AG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EC4D224-C30D-405E-A5EE-0DB17C1D86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13D9F7D-0C28-4C21-AA99-7C67E34F632A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6AE5B13E-F925-44FA-A8D7-2CB14BB0A1B1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378272" y="1449388"/>
            <a:ext cx="5545137" cy="467995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</p:txBody>
      </p:sp>
      <p:sp>
        <p:nvSpPr>
          <p:cNvPr id="9" name="Textplatzhalter 6">
            <a:extLst>
              <a:ext uri="{FF2B5EF4-FFF2-40B4-BE49-F238E27FC236}">
                <a16:creationId xmlns:a16="http://schemas.microsoft.com/office/drawing/2014/main" id="{8E205B2A-24B4-4B2B-B293-149CBCB8D49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1287836" y="6475761"/>
            <a:ext cx="532800" cy="504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</p:spPr>
        <p:txBody>
          <a:bodyPr/>
          <a:lstStyle>
            <a:lvl1pPr marL="0" indent="0">
              <a:buNone/>
              <a:defRPr sz="800">
                <a:solidFill>
                  <a:schemeClr val="bg1"/>
                </a:solidFill>
              </a:defRPr>
            </a:lvl1pPr>
            <a:lvl2pPr marL="271463" indent="0">
              <a:buNone/>
              <a:defRPr/>
            </a:lvl2pPr>
          </a:lstStyle>
          <a:p>
            <a:pPr lvl="0"/>
            <a:r>
              <a:rPr lang="de-DE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69398546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ild mit Titel (Logo Schwarz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Bildplatzhalter 10">
            <a:extLst>
              <a:ext uri="{FF2B5EF4-FFF2-40B4-BE49-F238E27FC236}">
                <a16:creationId xmlns:a16="http://schemas.microsoft.com/office/drawing/2014/main" id="{E63F0EF0-6751-42DD-8EAD-C8E847AA5F47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-1" y="0"/>
            <a:ext cx="12192001" cy="6858000"/>
          </a:xfrm>
          <a:solidFill>
            <a:schemeClr val="bg1">
              <a:lumMod val="75000"/>
            </a:schemeClr>
          </a:solidFill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9D45B80E-FA5E-4414-8A23-82CAB8E0D0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71475" y="6537600"/>
            <a:ext cx="10602902" cy="216024"/>
          </a:xfrm>
        </p:spPr>
        <p:txBody>
          <a:bodyPr vert="horz" lIns="0" tIns="0" rIns="0" bIns="0" rtlCol="0" anchor="b" anchorCtr="0">
            <a:noAutofit/>
          </a:bodyPr>
          <a:lstStyle>
            <a:lvl1pPr>
              <a:defRPr lang="de-DE" smtClean="0">
                <a:solidFill>
                  <a:srgbClr val="FFFFFF"/>
                </a:solidFill>
              </a:defRPr>
            </a:lvl1pPr>
          </a:lstStyle>
          <a:p>
            <a:r>
              <a:rPr lang="de-DE"/>
              <a:t>DB InfraGO AG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001E907B-F3FD-4F7E-979E-473985CA80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13D9F7D-0C28-4C21-AA99-7C67E34F632A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9" name="Textplatzhalter 6">
            <a:extLst>
              <a:ext uri="{FF2B5EF4-FFF2-40B4-BE49-F238E27FC236}">
                <a16:creationId xmlns:a16="http://schemas.microsoft.com/office/drawing/2014/main" id="{0B07DB40-DBD6-4EA1-8E67-8EA03178A60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1287836" y="6475761"/>
            <a:ext cx="532800" cy="504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</p:spPr>
        <p:txBody>
          <a:bodyPr/>
          <a:lstStyle>
            <a:lvl1pPr marL="0" indent="0">
              <a:buNone/>
              <a:defRPr sz="800">
                <a:solidFill>
                  <a:schemeClr val="bg1"/>
                </a:solidFill>
              </a:defRPr>
            </a:lvl1pPr>
            <a:lvl2pPr marL="271463" indent="0">
              <a:buNone/>
              <a:defRPr/>
            </a:lvl2pPr>
          </a:lstStyle>
          <a:p>
            <a:pPr lvl="0"/>
            <a:r>
              <a:rPr lang="de-DE"/>
              <a:t> </a:t>
            </a:r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152ACBF4-EBE4-4F98-8E18-5619C05FB6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11" name="Textplatzhalter 3">
            <a:extLst>
              <a:ext uri="{FF2B5EF4-FFF2-40B4-BE49-F238E27FC236}">
                <a16:creationId xmlns:a16="http://schemas.microsoft.com/office/drawing/2014/main" id="{D1D1ADD7-19FC-466D-A511-110F40BCABA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0108724" y="368561"/>
            <a:ext cx="1711800" cy="378000"/>
          </a:xfr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0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45343975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ild mit Titel (Logo Weiß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Bildplatzhalter 10">
            <a:extLst>
              <a:ext uri="{FF2B5EF4-FFF2-40B4-BE49-F238E27FC236}">
                <a16:creationId xmlns:a16="http://schemas.microsoft.com/office/drawing/2014/main" id="{E63F0EF0-6751-42DD-8EAD-C8E847AA5F47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-1" y="0"/>
            <a:ext cx="12192001" cy="6858000"/>
          </a:xfrm>
          <a:solidFill>
            <a:schemeClr val="bg1">
              <a:lumMod val="75000"/>
            </a:schemeClr>
          </a:solidFill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9D45B80E-FA5E-4414-8A23-82CAB8E0D0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71475" y="6537600"/>
            <a:ext cx="10602902" cy="216024"/>
          </a:xfrm>
        </p:spPr>
        <p:txBody>
          <a:bodyPr vert="horz" lIns="0" tIns="0" rIns="0" bIns="0" rtlCol="0" anchor="b" anchorCtr="0">
            <a:noAutofit/>
          </a:bodyPr>
          <a:lstStyle>
            <a:lvl1pPr>
              <a:defRPr lang="de-DE" smtClean="0">
                <a:solidFill>
                  <a:srgbClr val="FFFFFF"/>
                </a:solidFill>
              </a:defRPr>
            </a:lvl1pPr>
          </a:lstStyle>
          <a:p>
            <a:r>
              <a:rPr lang="de-DE"/>
              <a:t>DB InfraGO AG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001E907B-F3FD-4F7E-979E-473985CA80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13D9F7D-0C28-4C21-AA99-7C67E34F632A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9" name="Textplatzhalter 6">
            <a:extLst>
              <a:ext uri="{FF2B5EF4-FFF2-40B4-BE49-F238E27FC236}">
                <a16:creationId xmlns:a16="http://schemas.microsoft.com/office/drawing/2014/main" id="{0B07DB40-DBD6-4EA1-8E67-8EA03178A60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1287836" y="6475761"/>
            <a:ext cx="532800" cy="504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</p:spPr>
        <p:txBody>
          <a:bodyPr/>
          <a:lstStyle>
            <a:lvl1pPr marL="0" indent="0">
              <a:buNone/>
              <a:defRPr sz="800">
                <a:solidFill>
                  <a:schemeClr val="bg1"/>
                </a:solidFill>
              </a:defRPr>
            </a:lvl1pPr>
            <a:lvl2pPr marL="271463" indent="0">
              <a:buNone/>
              <a:defRPr/>
            </a:lvl2pPr>
          </a:lstStyle>
          <a:p>
            <a:pPr lvl="0"/>
            <a:r>
              <a:rPr lang="de-DE"/>
              <a:t> </a:t>
            </a:r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152ACBF4-EBE4-4F98-8E18-5619C05FB6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11" name="Textplatzhalter 3">
            <a:extLst>
              <a:ext uri="{FF2B5EF4-FFF2-40B4-BE49-F238E27FC236}">
                <a16:creationId xmlns:a16="http://schemas.microsoft.com/office/drawing/2014/main" id="{A3AE5124-05FF-4DFE-9C68-573E13080CA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0108724" y="368561"/>
            <a:ext cx="1711800" cy="378000"/>
          </a:xfr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0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81033401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5B94DD2-B5F5-4C54-B070-51A7824E16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9D45B80E-FA5E-4414-8A23-82CAB8E0D0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71475" y="6537600"/>
            <a:ext cx="10602902" cy="216024"/>
          </a:xfrm>
        </p:spPr>
        <p:txBody>
          <a:bodyPr vert="horz" lIns="0" tIns="0" rIns="0" bIns="0" rtlCol="0" anchor="b" anchorCtr="0">
            <a:noAutofit/>
          </a:bodyPr>
          <a:lstStyle>
            <a:lvl1pPr>
              <a:defRPr lang="de-DE" smtClean="0">
                <a:solidFill>
                  <a:srgbClr val="000000"/>
                </a:solidFill>
              </a:defRPr>
            </a:lvl1pPr>
          </a:lstStyle>
          <a:p>
            <a:r>
              <a:rPr lang="de-DE"/>
              <a:t>DB InfraGO AG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001E907B-F3FD-4F7E-979E-473985CA80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3D9F7D-0C28-4C21-AA99-7C67E34F632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5056788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r Titel (Grau)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5B94DD2-B5F5-4C54-B070-51A7824E16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9D45B80E-FA5E-4414-8A23-82CAB8E0D0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71475" y="6537600"/>
            <a:ext cx="10602902" cy="216024"/>
          </a:xfrm>
        </p:spPr>
        <p:txBody>
          <a:bodyPr vert="horz" lIns="0" tIns="0" rIns="0" bIns="0" rtlCol="0" anchor="b" anchorCtr="0">
            <a:noAutofit/>
          </a:bodyPr>
          <a:lstStyle>
            <a:lvl1pPr>
              <a:defRPr lang="de-DE" smtClean="0">
                <a:solidFill>
                  <a:srgbClr val="000000"/>
                </a:solidFill>
              </a:defRPr>
            </a:lvl1pPr>
          </a:lstStyle>
          <a:p>
            <a:r>
              <a:rPr lang="de-DE"/>
              <a:t>DB InfraGO AG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001E907B-F3FD-4F7E-979E-473985CA80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3D9F7D-0C28-4C21-AA99-7C67E34F632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3398045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4A86CD97-5D9A-4DD7-8FA9-F028A03BBC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71475" y="6537600"/>
            <a:ext cx="10602902" cy="216024"/>
          </a:xfrm>
        </p:spPr>
        <p:txBody>
          <a:bodyPr vert="horz" lIns="0" tIns="0" rIns="0" bIns="0" rtlCol="0" anchor="b" anchorCtr="0">
            <a:noAutofit/>
          </a:bodyPr>
          <a:lstStyle>
            <a:lvl1pPr>
              <a:defRPr lang="de-DE" smtClean="0">
                <a:solidFill>
                  <a:srgbClr val="000000"/>
                </a:solidFill>
              </a:defRPr>
            </a:lvl1pPr>
          </a:lstStyle>
          <a:p>
            <a:r>
              <a:rPr lang="de-DE"/>
              <a:t>DB InfraGO AG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035940B9-9206-49A7-9C4C-F7D5345063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3D9F7D-0C28-4C21-AA99-7C67E34F632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9360936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tatement (Logo Rot)">
    <p:bg>
      <p:bgPr>
        <a:solidFill>
          <a:schemeClr val="tx1">
            <a:alpha val="84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Bildplatzhalter 10">
            <a:extLst>
              <a:ext uri="{FF2B5EF4-FFF2-40B4-BE49-F238E27FC236}">
                <a16:creationId xmlns:a16="http://schemas.microsoft.com/office/drawing/2014/main" id="{E63F0EF0-6751-42DD-8EAD-C8E847AA5F47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-1" y="0"/>
            <a:ext cx="12192001" cy="6858000"/>
          </a:xfrm>
          <a:noFill/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05B94DD2-B5F5-4C54-B070-51A7824E16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9D45B80E-FA5E-4414-8A23-82CAB8E0D0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71475" y="6537600"/>
            <a:ext cx="10602902" cy="216024"/>
          </a:xfrm>
        </p:spPr>
        <p:txBody>
          <a:bodyPr vert="horz" lIns="0" tIns="0" rIns="0" bIns="0" rtlCol="0" anchor="b" anchorCtr="0">
            <a:noAutofit/>
          </a:bodyPr>
          <a:lstStyle>
            <a:lvl1pPr>
              <a:defRPr lang="de-DE" smtClean="0">
                <a:solidFill>
                  <a:srgbClr val="FFFFFF"/>
                </a:solidFill>
              </a:defRPr>
            </a:lvl1pPr>
          </a:lstStyle>
          <a:p>
            <a:r>
              <a:rPr lang="de-DE"/>
              <a:t>DB InfraGO AG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001E907B-F3FD-4F7E-979E-473985CA80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00027" y="6538648"/>
            <a:ext cx="520498" cy="216024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13D9F7D-0C28-4C21-AA99-7C67E34F632A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9" name="Textplatzhalter 6">
            <a:extLst>
              <a:ext uri="{FF2B5EF4-FFF2-40B4-BE49-F238E27FC236}">
                <a16:creationId xmlns:a16="http://schemas.microsoft.com/office/drawing/2014/main" id="{0B07DB40-DBD6-4EA1-8E67-8EA03178A60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1287836" y="6475761"/>
            <a:ext cx="532800" cy="504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</p:spPr>
        <p:txBody>
          <a:bodyPr/>
          <a:lstStyle>
            <a:lvl1pPr marL="0" indent="0">
              <a:buNone/>
              <a:defRPr sz="800">
                <a:solidFill>
                  <a:schemeClr val="bg1"/>
                </a:solidFill>
              </a:defRPr>
            </a:lvl1pPr>
            <a:lvl2pPr marL="271463" indent="0">
              <a:buNone/>
              <a:defRPr/>
            </a:lvl2pPr>
          </a:lstStyle>
          <a:p>
            <a:pPr lvl="0"/>
            <a:r>
              <a:rPr lang="de-DE"/>
              <a:t> </a:t>
            </a:r>
          </a:p>
        </p:txBody>
      </p:sp>
      <p:sp>
        <p:nvSpPr>
          <p:cNvPr id="12" name="Textplatzhalter 7">
            <a:extLst>
              <a:ext uri="{FF2B5EF4-FFF2-40B4-BE49-F238E27FC236}">
                <a16:creationId xmlns:a16="http://schemas.microsoft.com/office/drawing/2014/main" id="{23A1144C-097B-48B5-A5B0-A4ECB476BAF9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34963" y="2096852"/>
            <a:ext cx="11521677" cy="1231349"/>
          </a:xfrm>
        </p:spPr>
        <p:txBody>
          <a:bodyPr/>
          <a:lstStyle>
            <a:lvl1pPr marL="0" indent="0">
              <a:buNone/>
              <a:defRPr sz="85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de-DE"/>
              <a:t>Statement</a:t>
            </a:r>
          </a:p>
        </p:txBody>
      </p:sp>
      <p:sp>
        <p:nvSpPr>
          <p:cNvPr id="11" name="Textplatzhalter 3">
            <a:extLst>
              <a:ext uri="{FF2B5EF4-FFF2-40B4-BE49-F238E27FC236}">
                <a16:creationId xmlns:a16="http://schemas.microsoft.com/office/drawing/2014/main" id="{1BA9AD80-CF1D-49CF-9F8B-682E191E792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0108724" y="368561"/>
            <a:ext cx="1711800" cy="378000"/>
          </a:xfr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0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865563276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tatement (Logo Weiß)">
    <p:bg>
      <p:bgPr>
        <a:solidFill>
          <a:schemeClr val="tx1">
            <a:alpha val="84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Bildplatzhalter 10">
            <a:extLst>
              <a:ext uri="{FF2B5EF4-FFF2-40B4-BE49-F238E27FC236}">
                <a16:creationId xmlns:a16="http://schemas.microsoft.com/office/drawing/2014/main" id="{E63F0EF0-6751-42DD-8EAD-C8E847AA5F47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-1" y="0"/>
            <a:ext cx="12192001" cy="6858000"/>
          </a:xfrm>
          <a:noFill/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05B94DD2-B5F5-4C54-B070-51A7824E16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9D45B80E-FA5E-4414-8A23-82CAB8E0D0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71475" y="6537600"/>
            <a:ext cx="10602902" cy="216024"/>
          </a:xfrm>
        </p:spPr>
        <p:txBody>
          <a:bodyPr vert="horz" lIns="0" tIns="0" rIns="0" bIns="0" rtlCol="0" anchor="b" anchorCtr="0">
            <a:noAutofit/>
          </a:bodyPr>
          <a:lstStyle>
            <a:lvl1pPr>
              <a:defRPr lang="de-DE" smtClean="0">
                <a:solidFill>
                  <a:srgbClr val="FFFFFF"/>
                </a:solidFill>
              </a:defRPr>
            </a:lvl1pPr>
          </a:lstStyle>
          <a:p>
            <a:r>
              <a:rPr lang="de-DE"/>
              <a:t>DB InfraGO AG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001E907B-F3FD-4F7E-979E-473985CA80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13D9F7D-0C28-4C21-AA99-7C67E34F632A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9" name="Textplatzhalter 6">
            <a:extLst>
              <a:ext uri="{FF2B5EF4-FFF2-40B4-BE49-F238E27FC236}">
                <a16:creationId xmlns:a16="http://schemas.microsoft.com/office/drawing/2014/main" id="{0B07DB40-DBD6-4EA1-8E67-8EA03178A60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1287836" y="6475761"/>
            <a:ext cx="532800" cy="504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</p:spPr>
        <p:txBody>
          <a:bodyPr/>
          <a:lstStyle>
            <a:lvl1pPr marL="0" indent="0">
              <a:buNone/>
              <a:defRPr sz="800">
                <a:solidFill>
                  <a:schemeClr val="bg1"/>
                </a:solidFill>
              </a:defRPr>
            </a:lvl1pPr>
            <a:lvl2pPr marL="271463" indent="0">
              <a:buNone/>
              <a:defRPr/>
            </a:lvl2pPr>
          </a:lstStyle>
          <a:p>
            <a:pPr lvl="0"/>
            <a:r>
              <a:rPr lang="de-DE"/>
              <a:t> </a:t>
            </a:r>
          </a:p>
        </p:txBody>
      </p:sp>
      <p:sp>
        <p:nvSpPr>
          <p:cNvPr id="12" name="Textplatzhalter 7">
            <a:extLst>
              <a:ext uri="{FF2B5EF4-FFF2-40B4-BE49-F238E27FC236}">
                <a16:creationId xmlns:a16="http://schemas.microsoft.com/office/drawing/2014/main" id="{23A1144C-097B-48B5-A5B0-A4ECB476BAF9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34963" y="2096852"/>
            <a:ext cx="11521677" cy="1231349"/>
          </a:xfrm>
        </p:spPr>
        <p:txBody>
          <a:bodyPr/>
          <a:lstStyle>
            <a:lvl1pPr marL="0" indent="0">
              <a:buNone/>
              <a:defRPr sz="85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de-DE"/>
              <a:t>Statement</a:t>
            </a:r>
          </a:p>
        </p:txBody>
      </p:sp>
      <p:sp>
        <p:nvSpPr>
          <p:cNvPr id="11" name="Textplatzhalter 3">
            <a:extLst>
              <a:ext uri="{FF2B5EF4-FFF2-40B4-BE49-F238E27FC236}">
                <a16:creationId xmlns:a16="http://schemas.microsoft.com/office/drawing/2014/main" id="{61896D1F-0347-4A0D-AD18-573DFF98CE8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0108724" y="368561"/>
            <a:ext cx="1711800" cy="378000"/>
          </a:xfr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 vert="horz" lIns="0" tIns="0" rIns="0" bIns="0" rtlCol="0" anchor="t" anchorCtr="0">
            <a:noAutofit/>
          </a:bodyPr>
          <a:lstStyle>
            <a:lvl1pPr marL="0" indent="0">
              <a:buNone/>
              <a:defRPr lang="de-DE" sz="1000" dirty="0">
                <a:solidFill>
                  <a:schemeClr val="bg1"/>
                </a:solidFill>
              </a:defRPr>
            </a:lvl1pPr>
          </a:lstStyle>
          <a:p>
            <a:pPr marL="182563" lvl="0" indent="-182563"/>
            <a:r>
              <a:rPr lang="de-DE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193183508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Zitat (Logo Ro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Medienplatzhalter 4">
            <a:extLst>
              <a:ext uri="{FF2B5EF4-FFF2-40B4-BE49-F238E27FC236}">
                <a16:creationId xmlns:a16="http://schemas.microsoft.com/office/drawing/2014/main" id="{3348C025-EC14-4E25-AA69-4FBB23BF31B0}"/>
              </a:ext>
            </a:extLst>
          </p:cNvPr>
          <p:cNvSpPr>
            <a:spLocks noGrp="1"/>
          </p:cNvSpPr>
          <p:nvPr>
            <p:ph type="media" sz="quarter" idx="10"/>
          </p:nvPr>
        </p:nvSpPr>
        <p:spPr>
          <a:xfrm>
            <a:off x="0" y="0"/>
            <a:ext cx="12192000" cy="6858000"/>
          </a:xfrm>
          <a:solidFill>
            <a:schemeClr val="bg1">
              <a:lumMod val="50000"/>
            </a:schemeClr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de-DE"/>
              <a:t>Mediaclip durch Klicken auf Symbol hinzufügen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D80E10FB-DB28-4159-ABFD-2E84010A9B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858000"/>
          </a:xfrm>
          <a:solidFill>
            <a:schemeClr val="tx1">
              <a:alpha val="30000"/>
            </a:schemeClr>
          </a:solidFill>
        </p:spPr>
        <p:txBody>
          <a:bodyPr lIns="324000" tIns="324000" rIns="324000" bIns="2412000" anchor="b"/>
          <a:lstStyle>
            <a:lvl1pPr algn="ctr">
              <a:defRPr sz="6000">
                <a:solidFill>
                  <a:schemeClr val="bg1"/>
                </a:solidFill>
              </a:defRPr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B538E46-C847-44FA-A5BC-C63FF58B56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71475" y="6537600"/>
            <a:ext cx="10602902" cy="216024"/>
          </a:xfrm>
        </p:spPr>
        <p:txBody>
          <a:bodyPr vert="horz" lIns="0" tIns="0" rIns="0" bIns="0" rtlCol="0" anchor="b" anchorCtr="0">
            <a:noAutofit/>
          </a:bodyPr>
          <a:lstStyle>
            <a:lvl1pPr>
              <a:defRPr lang="de-DE" smtClean="0">
                <a:solidFill>
                  <a:srgbClr val="FFFFFF"/>
                </a:solidFill>
              </a:defRPr>
            </a:lvl1pPr>
          </a:lstStyle>
          <a:p>
            <a:r>
              <a:rPr lang="de-DE"/>
              <a:t>DB InfraGO AG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EC4D224-C30D-405E-A5EE-0DB17C1D86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13D9F7D-0C28-4C21-AA99-7C67E34F632A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519DF05F-72AD-4B24-A27F-09516995237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71475" y="5208436"/>
            <a:ext cx="11449050" cy="935487"/>
          </a:xfrm>
        </p:spPr>
        <p:txBody>
          <a:bodyPr/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Vorname Nachname</a:t>
            </a:r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59B825A7-CC36-4592-BA09-A6FA6C29D83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486313" y="4905164"/>
            <a:ext cx="1220724" cy="12162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</p:spPr>
        <p:txBody>
          <a:bodyPr/>
          <a:lstStyle>
            <a:lvl1pPr marL="0" indent="0">
              <a:buNone/>
              <a:defRPr sz="800">
                <a:solidFill>
                  <a:schemeClr val="bg1"/>
                </a:solidFill>
              </a:defRPr>
            </a:lvl1pPr>
            <a:lvl2pPr marL="271463" indent="0">
              <a:buNone/>
              <a:defRPr/>
            </a:lvl2pPr>
          </a:lstStyle>
          <a:p>
            <a:pPr lvl="0"/>
            <a:r>
              <a:rPr lang="de-DE"/>
              <a:t> </a:t>
            </a:r>
          </a:p>
        </p:txBody>
      </p:sp>
      <p:sp>
        <p:nvSpPr>
          <p:cNvPr id="10" name="Textplatzhalter 6">
            <a:extLst>
              <a:ext uri="{FF2B5EF4-FFF2-40B4-BE49-F238E27FC236}">
                <a16:creationId xmlns:a16="http://schemas.microsoft.com/office/drawing/2014/main" id="{B27FFED9-1D10-457A-BB20-AF5C3651EB6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1287836" y="6475761"/>
            <a:ext cx="532800" cy="504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</p:spPr>
        <p:txBody>
          <a:bodyPr/>
          <a:lstStyle>
            <a:lvl1pPr marL="0" indent="0">
              <a:buNone/>
              <a:defRPr sz="800">
                <a:solidFill>
                  <a:schemeClr val="bg1"/>
                </a:solidFill>
              </a:defRPr>
            </a:lvl1pPr>
            <a:lvl2pPr marL="271463" indent="0">
              <a:buNone/>
              <a:defRPr/>
            </a:lvl2pPr>
          </a:lstStyle>
          <a:p>
            <a:pPr lvl="0"/>
            <a:r>
              <a:rPr lang="de-DE"/>
              <a:t> </a:t>
            </a:r>
          </a:p>
        </p:txBody>
      </p:sp>
      <p:sp>
        <p:nvSpPr>
          <p:cNvPr id="11" name="Textplatzhalter 3">
            <a:extLst>
              <a:ext uri="{FF2B5EF4-FFF2-40B4-BE49-F238E27FC236}">
                <a16:creationId xmlns:a16="http://schemas.microsoft.com/office/drawing/2014/main" id="{463EE55D-A15C-4854-B441-7F0B261C621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0108724" y="368561"/>
            <a:ext cx="1711800" cy="378000"/>
          </a:xfr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 vert="horz" lIns="0" tIns="0" rIns="0" bIns="0" rtlCol="0" anchor="t" anchorCtr="0">
            <a:noAutofit/>
          </a:bodyPr>
          <a:lstStyle>
            <a:lvl1pPr marL="0" indent="0">
              <a:buNone/>
              <a:defRPr lang="de-DE" sz="1000" dirty="0">
                <a:solidFill>
                  <a:schemeClr val="bg1"/>
                </a:solidFill>
              </a:defRPr>
            </a:lvl1pPr>
          </a:lstStyle>
          <a:p>
            <a:pPr marL="182563" lvl="0" indent="-182563"/>
            <a:r>
              <a:rPr lang="de-DE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95786979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Zitat (Logo Weiß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Medienplatzhalter 4">
            <a:extLst>
              <a:ext uri="{FF2B5EF4-FFF2-40B4-BE49-F238E27FC236}">
                <a16:creationId xmlns:a16="http://schemas.microsoft.com/office/drawing/2014/main" id="{3348C025-EC14-4E25-AA69-4FBB23BF31B0}"/>
              </a:ext>
            </a:extLst>
          </p:cNvPr>
          <p:cNvSpPr>
            <a:spLocks noGrp="1"/>
          </p:cNvSpPr>
          <p:nvPr>
            <p:ph type="media" sz="quarter" idx="10"/>
          </p:nvPr>
        </p:nvSpPr>
        <p:spPr>
          <a:xfrm>
            <a:off x="0" y="0"/>
            <a:ext cx="12192000" cy="6858000"/>
          </a:xfrm>
          <a:solidFill>
            <a:schemeClr val="bg1">
              <a:lumMod val="50000"/>
            </a:schemeClr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de-DE"/>
              <a:t>Mediaclip durch Klicken auf Symbol hinzufügen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D80E10FB-DB28-4159-ABFD-2E84010A9B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858000"/>
          </a:xfrm>
          <a:solidFill>
            <a:schemeClr val="tx1">
              <a:alpha val="30000"/>
            </a:schemeClr>
          </a:solidFill>
        </p:spPr>
        <p:txBody>
          <a:bodyPr lIns="324000" tIns="324000" rIns="324000" bIns="2412000" anchor="b"/>
          <a:lstStyle>
            <a:lvl1pPr algn="ctr">
              <a:defRPr sz="6000">
                <a:solidFill>
                  <a:schemeClr val="bg1"/>
                </a:solidFill>
              </a:defRPr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B538E46-C847-44FA-A5BC-C63FF58B56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71475" y="6537600"/>
            <a:ext cx="10602902" cy="216024"/>
          </a:xfrm>
        </p:spPr>
        <p:txBody>
          <a:bodyPr vert="horz" lIns="0" tIns="0" rIns="0" bIns="0" rtlCol="0" anchor="b" anchorCtr="0">
            <a:noAutofit/>
          </a:bodyPr>
          <a:lstStyle>
            <a:lvl1pPr>
              <a:defRPr lang="de-DE" smtClean="0">
                <a:solidFill>
                  <a:srgbClr val="FFFFFF"/>
                </a:solidFill>
              </a:defRPr>
            </a:lvl1pPr>
          </a:lstStyle>
          <a:p>
            <a:r>
              <a:rPr lang="de-DE"/>
              <a:t>DB InfraGO AG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EC4D224-C30D-405E-A5EE-0DB17C1D86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13D9F7D-0C28-4C21-AA99-7C67E34F632A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519DF05F-72AD-4B24-A27F-09516995237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71475" y="5208436"/>
            <a:ext cx="11449050" cy="935486"/>
          </a:xfrm>
        </p:spPr>
        <p:txBody>
          <a:bodyPr/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Vorname Nachname</a:t>
            </a:r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59B825A7-CC36-4592-BA09-A6FA6C29D83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486313" y="4905164"/>
            <a:ext cx="1220724" cy="12162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</p:spPr>
        <p:txBody>
          <a:bodyPr/>
          <a:lstStyle>
            <a:lvl1pPr marL="0" indent="0">
              <a:buNone/>
              <a:defRPr sz="800">
                <a:solidFill>
                  <a:schemeClr val="bg1"/>
                </a:solidFill>
              </a:defRPr>
            </a:lvl1pPr>
            <a:lvl2pPr marL="271463" indent="0">
              <a:buNone/>
              <a:defRPr/>
            </a:lvl2pPr>
          </a:lstStyle>
          <a:p>
            <a:pPr lvl="0"/>
            <a:r>
              <a:rPr lang="de-DE"/>
              <a:t> </a:t>
            </a:r>
          </a:p>
        </p:txBody>
      </p:sp>
      <p:sp>
        <p:nvSpPr>
          <p:cNvPr id="10" name="Textplatzhalter 6">
            <a:extLst>
              <a:ext uri="{FF2B5EF4-FFF2-40B4-BE49-F238E27FC236}">
                <a16:creationId xmlns:a16="http://schemas.microsoft.com/office/drawing/2014/main" id="{B27FFED9-1D10-457A-BB20-AF5C3651EB6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1287836" y="6475761"/>
            <a:ext cx="532800" cy="504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</p:spPr>
        <p:txBody>
          <a:bodyPr/>
          <a:lstStyle>
            <a:lvl1pPr marL="0" indent="0">
              <a:buNone/>
              <a:defRPr sz="800">
                <a:solidFill>
                  <a:schemeClr val="bg1"/>
                </a:solidFill>
              </a:defRPr>
            </a:lvl1pPr>
            <a:lvl2pPr marL="271463" indent="0">
              <a:buNone/>
              <a:defRPr/>
            </a:lvl2pPr>
          </a:lstStyle>
          <a:p>
            <a:pPr lvl="0"/>
            <a:r>
              <a:rPr lang="de-DE"/>
              <a:t> </a:t>
            </a:r>
          </a:p>
        </p:txBody>
      </p:sp>
      <p:sp>
        <p:nvSpPr>
          <p:cNvPr id="11" name="Textplatzhalter 3">
            <a:extLst>
              <a:ext uri="{FF2B5EF4-FFF2-40B4-BE49-F238E27FC236}">
                <a16:creationId xmlns:a16="http://schemas.microsoft.com/office/drawing/2014/main" id="{3938C865-AF38-4303-A4E7-9ACD9745183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0108724" y="368561"/>
            <a:ext cx="1711800" cy="378000"/>
          </a:xfr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0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209877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e (Bild)">
    <p:bg>
      <p:bgPr>
        <a:solidFill>
          <a:schemeClr val="tx1">
            <a:alpha val="84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ildplatzhalter 10">
            <a:extLst>
              <a:ext uri="{FF2B5EF4-FFF2-40B4-BE49-F238E27FC236}">
                <a16:creationId xmlns:a16="http://schemas.microsoft.com/office/drawing/2014/main" id="{88E6BB85-2CD9-4C46-9692-3B22C74A1300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-1" y="0"/>
            <a:ext cx="12192001" cy="6858000"/>
          </a:xfrm>
          <a:noFill/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05B94DD2-B5F5-4C54-B070-51A7824E16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6" y="2436127"/>
            <a:ext cx="11449050" cy="3693211"/>
          </a:xfrm>
        </p:spPr>
        <p:txBody>
          <a:bodyPr/>
          <a:lstStyle>
            <a:lvl1pPr algn="ctr">
              <a:defRPr sz="8000">
                <a:solidFill>
                  <a:schemeClr val="bg1"/>
                </a:solidFill>
              </a:defRPr>
            </a:lvl1pPr>
          </a:lstStyle>
          <a:p>
            <a:r>
              <a:rPr lang="de-DE"/>
              <a:t>Mastertitelformat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3274392569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Ende (Rot)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5B94DD2-B5F5-4C54-B070-51A7824E16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6" y="2436127"/>
            <a:ext cx="11449050" cy="3693211"/>
          </a:xfrm>
        </p:spPr>
        <p:txBody>
          <a:bodyPr/>
          <a:lstStyle>
            <a:lvl1pPr algn="ctr">
              <a:defRPr sz="8000">
                <a:solidFill>
                  <a:schemeClr val="bg1"/>
                </a:solidFill>
              </a:defRPr>
            </a:lvl1pPr>
          </a:lstStyle>
          <a:p>
            <a:r>
              <a:rPr lang="de-DE"/>
              <a:t>Mastertitelformat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2138018627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easyBackground_Agenda">
            <a:extLst>
              <a:ext uri="{FF2B5EF4-FFF2-40B4-BE49-F238E27FC236}">
                <a16:creationId xmlns:a16="http://schemas.microsoft.com/office/drawing/2014/main" id="{8146BF48-57DA-42E4-B3E4-E67A859C6AB5}"/>
              </a:ext>
            </a:extLst>
          </p:cNvPr>
          <p:cNvPicPr preferRelativeResize="0"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2191999" cy="6858001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05B94DD2-B5F5-4C54-B070-51A7824E16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9D45B80E-FA5E-4414-8A23-82CAB8E0D0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71475" y="6537600"/>
            <a:ext cx="10602902" cy="216024"/>
          </a:xfrm>
        </p:spPr>
        <p:txBody>
          <a:bodyPr vert="horz" lIns="0" tIns="0" rIns="0" bIns="0" rtlCol="0" anchor="b" anchorCtr="0">
            <a:noAutofit/>
          </a:bodyPr>
          <a:lstStyle>
            <a:lvl1pPr>
              <a:defRPr lang="de-DE" smtClean="0">
                <a:solidFill>
                  <a:srgbClr val="FFFFFF"/>
                </a:solidFill>
              </a:defRPr>
            </a:lvl1pPr>
          </a:lstStyle>
          <a:p>
            <a:r>
              <a:rPr lang="de-DE"/>
              <a:t>DB InfraGO AG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001E907B-F3FD-4F7E-979E-473985CA80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13D9F7D-0C28-4C21-AA99-7C67E34F632A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4DAC0F8B-4A4D-455D-8D50-154C31AA3BE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1287836" y="6475761"/>
            <a:ext cx="532800" cy="540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</p:spPr>
        <p:txBody>
          <a:bodyPr/>
          <a:lstStyle>
            <a:lvl1pPr marL="0" indent="0">
              <a:buNone/>
              <a:defRPr sz="800">
                <a:solidFill>
                  <a:schemeClr val="bg1"/>
                </a:solidFill>
              </a:defRPr>
            </a:lvl1pPr>
            <a:lvl2pPr marL="271456" indent="0">
              <a:buNone/>
              <a:defRPr/>
            </a:lvl2pPr>
          </a:lstStyle>
          <a:p>
            <a:pPr lvl="0"/>
            <a:r>
              <a:rPr lang="de-DE"/>
              <a:t> </a:t>
            </a:r>
          </a:p>
        </p:txBody>
      </p:sp>
      <p:sp>
        <p:nvSpPr>
          <p:cNvPr id="10" name="Textplatzhalter 3">
            <a:extLst>
              <a:ext uri="{FF2B5EF4-FFF2-40B4-BE49-F238E27FC236}">
                <a16:creationId xmlns:a16="http://schemas.microsoft.com/office/drawing/2014/main" id="{60883676-EF05-48A6-913D-5F031336D2F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0108724" y="368561"/>
            <a:ext cx="1711800" cy="378000"/>
          </a:xfr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0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61802691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e (Logo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edienplatzhalter 4">
            <a:extLst>
              <a:ext uri="{FF2B5EF4-FFF2-40B4-BE49-F238E27FC236}">
                <a16:creationId xmlns:a16="http://schemas.microsoft.com/office/drawing/2014/main" id="{F620A319-D564-4D18-92D7-8995EC1B261E}"/>
              </a:ext>
            </a:extLst>
          </p:cNvPr>
          <p:cNvSpPr>
            <a:spLocks noGrp="1"/>
          </p:cNvSpPr>
          <p:nvPr>
            <p:ph type="media" sz="quarter" idx="10"/>
          </p:nvPr>
        </p:nvSpPr>
        <p:spPr>
          <a:xfrm>
            <a:off x="0" y="0"/>
            <a:ext cx="12192000" cy="6858000"/>
          </a:xfrm>
          <a:solidFill>
            <a:schemeClr val="bg1">
              <a:lumMod val="75000"/>
            </a:schemeClr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de-DE"/>
              <a:t>Mediaclip durch Klicken auf Symbol hinzufügen</a:t>
            </a:r>
          </a:p>
        </p:txBody>
      </p:sp>
      <p:sp>
        <p:nvSpPr>
          <p:cNvPr id="6" name="Textplatzhalter 3">
            <a:extLst>
              <a:ext uri="{FF2B5EF4-FFF2-40B4-BE49-F238E27FC236}">
                <a16:creationId xmlns:a16="http://schemas.microsoft.com/office/drawing/2014/main" id="{11586949-1E99-4A43-99E8-BFF2DE8AE5C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986748" y="2420887"/>
            <a:ext cx="8218501" cy="1814811"/>
          </a:xfrm>
          <a:blipFill dpi="0" rotWithShape="1"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0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7950748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34" Type="http://schemas.openxmlformats.org/officeDocument/2006/relationships/image" Target="../media/image1.emf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image" Target="../media/image3.svg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image" Target="../media/image2.png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D27DB810-CDF5-41AC-8E51-9EBC8EC0B1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4" y="296696"/>
            <a:ext cx="9495950" cy="864052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22AE7966-514A-4D81-97FD-6AD3A07C80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71474" y="1449388"/>
            <a:ext cx="11449051" cy="467995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2C0766E-DEEA-4949-912D-67F535F0E6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71475" y="6537600"/>
            <a:ext cx="10602902" cy="216024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r>
              <a:rPr lang="de-DE"/>
              <a:t>DB InfraGO AG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374309D-71AA-45D4-974A-6D58CB17604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00027" y="6538648"/>
            <a:ext cx="520498" cy="216024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r">
              <a:defRPr sz="1000" b="1">
                <a:solidFill>
                  <a:schemeClr val="tx1"/>
                </a:solidFill>
              </a:defRPr>
            </a:lvl1pPr>
          </a:lstStyle>
          <a:p>
            <a:fld id="{913D9F7D-0C28-4C21-AA99-7C67E34F632A}" type="slidenum">
              <a:rPr lang="de-DE" smtClean="0"/>
              <a:pPr/>
              <a:t>‹Nr.›</a:t>
            </a:fld>
            <a:endParaRPr lang="de-DE"/>
          </a:p>
        </p:txBody>
      </p:sp>
      <p:pic>
        <p:nvPicPr>
          <p:cNvPr id="12" name="Grafik 11">
            <a:extLst>
              <a:ext uri="{FF2B5EF4-FFF2-40B4-BE49-F238E27FC236}">
                <a16:creationId xmlns:a16="http://schemas.microsoft.com/office/drawing/2014/main" id="{FDE7FD38-4C24-1C44-B92F-B053B9DC1D6B}"/>
              </a:ext>
            </a:extLst>
          </p:cNvPr>
          <p:cNvPicPr>
            <a:picLocks noChangeAspect="1"/>
          </p:cNvPicPr>
          <p:nvPr userDrawn="1"/>
        </p:nvPicPr>
        <p:blipFill>
          <a:blip r:embed="rId3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93200" y="6472800"/>
            <a:ext cx="540000" cy="53428"/>
          </a:xfrm>
          <a:prstGeom prst="rect">
            <a:avLst/>
          </a:prstGeom>
        </p:spPr>
      </p:pic>
      <p:pic>
        <p:nvPicPr>
          <p:cNvPr id="10" name="Grafik 9">
            <a:extLst>
              <a:ext uri="{FF2B5EF4-FFF2-40B4-BE49-F238E27FC236}">
                <a16:creationId xmlns:a16="http://schemas.microsoft.com/office/drawing/2014/main" id="{4D10EF4A-3A57-045A-D6DD-351B16CF50B0}"/>
              </a:ext>
            </a:extLst>
          </p:cNvPr>
          <p:cNvPicPr>
            <a:picLocks noChangeAspect="1"/>
          </p:cNvPicPr>
          <p:nvPr userDrawn="1"/>
        </p:nvPicPr>
        <p:blipFill>
          <a:blip r:embed="rId3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6"/>
              </a:ext>
            </a:extLst>
          </a:blip>
          <a:stretch>
            <a:fillRect/>
          </a:stretch>
        </p:blipFill>
        <p:spPr>
          <a:xfrm>
            <a:off x="10108724" y="368561"/>
            <a:ext cx="1711800" cy="37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4729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9" r:id="rId2"/>
    <p:sldLayoutId id="2147483675" r:id="rId3"/>
    <p:sldLayoutId id="2147483661" r:id="rId4"/>
    <p:sldLayoutId id="2147483692" r:id="rId5"/>
    <p:sldLayoutId id="2147483691" r:id="rId6"/>
    <p:sldLayoutId id="2147483663" r:id="rId7"/>
    <p:sldLayoutId id="2147483681" r:id="rId8"/>
    <p:sldLayoutId id="2147483680" r:id="rId9"/>
    <p:sldLayoutId id="2147483666" r:id="rId10"/>
    <p:sldLayoutId id="2147483682" r:id="rId11"/>
    <p:sldLayoutId id="2147483664" r:id="rId12"/>
    <p:sldLayoutId id="2147483665" r:id="rId13"/>
    <p:sldLayoutId id="2147483679" r:id="rId14"/>
    <p:sldLayoutId id="2147483650" r:id="rId15"/>
    <p:sldLayoutId id="2147483694" r:id="rId16"/>
    <p:sldLayoutId id="2147483673" r:id="rId17"/>
    <p:sldLayoutId id="2147483685" r:id="rId18"/>
    <p:sldLayoutId id="2147483674" r:id="rId19"/>
    <p:sldLayoutId id="2147483677" r:id="rId20"/>
    <p:sldLayoutId id="2147483668" r:id="rId21"/>
    <p:sldLayoutId id="2147483654" r:id="rId22"/>
    <p:sldLayoutId id="2147483670" r:id="rId23"/>
    <p:sldLayoutId id="2147483655" r:id="rId24"/>
    <p:sldLayoutId id="2147483669" r:id="rId25"/>
    <p:sldLayoutId id="2147483676" r:id="rId26"/>
    <p:sldLayoutId id="2147483667" r:id="rId27"/>
    <p:sldLayoutId id="2147483678" r:id="rId28"/>
    <p:sldLayoutId id="2147483658" r:id="rId29"/>
    <p:sldLayoutId id="2147483657" r:id="rId30"/>
    <p:sldLayoutId id="2147483693" r:id="rId31"/>
    <p:sldLayoutId id="2147483660" r:id="rId32"/>
  </p:sldLayoutIdLst>
  <p:hf hd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2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3600" indent="-183600" algn="l" defTabSz="914400" rtl="0" eaLnBrk="1" latinLnBrk="0" hangingPunct="1">
        <a:lnSpc>
          <a:spcPct val="100000"/>
        </a:lnSpc>
        <a:spcBef>
          <a:spcPts val="0"/>
        </a:spcBef>
        <a:buClr>
          <a:schemeClr val="accent2"/>
        </a:buClr>
        <a:buFont typeface="DB Sans" panose="020B0502050202020204" pitchFamily="34" charset="0"/>
        <a:buChar char="‒"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360000" indent="-176400" algn="l" defTabSz="914400" rtl="0" eaLnBrk="1" latinLnBrk="0" hangingPunct="1">
        <a:lnSpc>
          <a:spcPct val="100000"/>
        </a:lnSpc>
        <a:spcBef>
          <a:spcPts val="0"/>
        </a:spcBef>
        <a:buClr>
          <a:schemeClr val="accent2"/>
        </a:buClr>
        <a:buFont typeface="DB Sans" panose="020B0502050202020204" pitchFamily="34" charset="0"/>
        <a:buChar char="‒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540000" indent="-183600" algn="l" defTabSz="914400" rtl="0" eaLnBrk="1" latinLnBrk="0" hangingPunct="1">
        <a:lnSpc>
          <a:spcPct val="100000"/>
        </a:lnSpc>
        <a:spcBef>
          <a:spcPts val="0"/>
        </a:spcBef>
        <a:buClr>
          <a:schemeClr val="accent2"/>
        </a:buClr>
        <a:buFont typeface="DB Sans" panose="020B0502050202020204" pitchFamily="34" charset="0"/>
        <a:buChar char="‒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716400" indent="-176400" algn="l" defTabSz="914400" rtl="0" eaLnBrk="1" latinLnBrk="0" hangingPunct="1">
        <a:lnSpc>
          <a:spcPct val="100000"/>
        </a:lnSpc>
        <a:spcBef>
          <a:spcPts val="0"/>
        </a:spcBef>
        <a:buClr>
          <a:schemeClr val="accent2"/>
        </a:buClr>
        <a:buFont typeface="DB Sans" panose="020B0502050202020204" pitchFamily="34" charset="0"/>
        <a:buChar char="‒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900000" indent="-183600" algn="l" defTabSz="914400" rtl="0" eaLnBrk="1" latinLnBrk="0" hangingPunct="1">
        <a:lnSpc>
          <a:spcPct val="100000"/>
        </a:lnSpc>
        <a:spcBef>
          <a:spcPts val="0"/>
        </a:spcBef>
        <a:buClr>
          <a:schemeClr val="accent2"/>
        </a:buClr>
        <a:buFont typeface="DB Sans" panose="020B0502050202020204" pitchFamily="34" charset="0"/>
        <a:buChar char="‒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32" userDrawn="1">
          <p15:clr>
            <a:srgbClr val="F26B43"/>
          </p15:clr>
        </p15:guide>
        <p15:guide id="3" pos="7446" userDrawn="1">
          <p15:clr>
            <a:srgbClr val="F26B43"/>
          </p15:clr>
        </p15:guide>
        <p15:guide id="7" pos="3727" userDrawn="1">
          <p15:clr>
            <a:srgbClr val="F26B43"/>
          </p15:clr>
        </p15:guide>
        <p15:guide id="8" pos="3953" userDrawn="1">
          <p15:clr>
            <a:srgbClr val="F26B43"/>
          </p15:clr>
        </p15:guide>
        <p15:guide id="9" orient="horz" pos="913" userDrawn="1">
          <p15:clr>
            <a:srgbClr val="F26B43"/>
          </p15:clr>
        </p15:guide>
        <p15:guide id="10" orient="horz" pos="3861" userDrawn="1">
          <p15:clr>
            <a:srgbClr val="F26B43"/>
          </p15:clr>
        </p15:guide>
        <p15:guide id="11" pos="234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8.xml"/>
</Relationships>

</file>

<file path=ppt/slides/_rels/slide2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8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CC006CE-39DD-2DFA-D511-920C12C398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Eine Überschrift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D4B4D018-F217-9201-0414-AA8AB019A8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3D9F7D-0C28-4C21-AA99-7C67E34F632A}" type="slidenum">
              <a:rPr lang="de-DE" smtClean="0"/>
              <a:pPr/>
              <a:t>1</a:t>
            </a:fld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DA545963-C7F2-8680-D59E-F203E6A7F95A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71475" y="1436925"/>
            <a:ext cx="6622178" cy="4212507"/>
          </a:xfrm>
        </p:spPr>
        <p:txBody>
          <a:bodyPr/>
          <a:lstStyle/>
          <a:p>
            <a:pPr marL="0" indent="0">
              <a:buNone/>
            </a:pPr>
            <a:r>
              <a:rPr lang="de-DE" dirty="0" err="1"/>
              <a:t>Textbox</a:t>
            </a:r>
            <a:r>
              <a:rPr lang="de-DE" dirty="0"/>
              <a:t> </a:t>
            </a:r>
            <a:r>
              <a:rPr lang="de-DE" dirty="0">
                <a:solidFill>
                  <a:srgbClr val="00B0F0"/>
                </a:solidFill>
              </a:rPr>
              <a:t>ö</a:t>
            </a:r>
            <a:r>
              <a:rPr lang="de-DE" dirty="0">
                <a:solidFill>
                  <a:srgbClr val="FF0000"/>
                </a:solidFill>
              </a:rPr>
              <a:t> </a:t>
            </a:r>
            <a:r>
              <a:rPr lang="de-DE" dirty="0"/>
              <a:t>und </a:t>
            </a:r>
            <a:r>
              <a:rPr lang="de-DE" dirty="0">
                <a:solidFill>
                  <a:srgbClr val="FF0000"/>
                </a:solidFill>
                <a:highlight>
                  <a:srgbClr val="84CFEF"/>
                </a:highlight>
              </a:rPr>
              <a:t>ö</a:t>
            </a:r>
            <a:r>
              <a:rPr lang="de-DE" dirty="0">
                <a:solidFill>
                  <a:srgbClr val="FF0000"/>
                </a:solidFill>
              </a:rPr>
              <a:t> </a:t>
            </a:r>
            <a:r>
              <a:rPr lang="de-DE" dirty="0"/>
              <a:t>und </a:t>
            </a:r>
            <a:r>
              <a:rPr lang="de-DE" sz="2000" dirty="0"/>
              <a:t>ö</a:t>
            </a:r>
            <a:r>
              <a:rPr lang="de-DE" dirty="0"/>
              <a:t/>
            </a:r>
          </a:p>
          <a:p>
            <a:pPr marL="0" indent="0">
              <a:buNone/>
            </a:pPr>
            <a:r>
              <a:rPr lang="de-DE" dirty="0"/>
              <a:t>XXX ö XXX</a:t>
            </a:r>
          </a:p>
          <a:p>
            <a:pPr marL="0" indent="0">
              <a:buNone/>
            </a:pPr>
            <a:r>
              <a:rPr lang="de-DE" dirty="0"/>
              <a:t>XXX </a:t>
            </a:r>
            <a:r>
              <a:rPr lang="de-DE" dirty="0">
                <a:solidFill>
                  <a:schemeClr val="accent2"/>
                </a:solidFill>
                <a:highlight>
                  <a:srgbClr val="FFFF00"/>
                </a:highlight>
              </a:rPr>
              <a:t>ö</a:t>
            </a:r>
            <a:r>
              <a:rPr lang="de-DE" dirty="0"/>
              <a:t> XXX</a:t>
            </a:r>
            <a:endParaRPr lang="de-DE" dirty="0">
              <a:solidFill>
                <a:srgbClr val="00B0F0"/>
              </a:solidFill>
            </a:endParaRPr>
          </a:p>
          <a:p>
            <a:pPr marL="0" indent="0">
              <a:buNone/>
            </a:pPr>
            <a:r>
              <a:rPr lang="de-DE" dirty="0"/>
              <a:t>XXX </a:t>
            </a:r>
            <a:r>
              <a:rPr lang="de-DE" sz="1000" dirty="0"/>
              <a:t>ö</a:t>
            </a:r>
            <a:r>
              <a:rPr lang="de-DE" dirty="0"/>
              <a:t> XXX</a:t>
            </a:r>
          </a:p>
          <a:p>
            <a:pPr marL="0" indent="0">
              <a:buNone/>
            </a:pPr>
            <a:endParaRPr lang="de-DE" dirty="0"/>
          </a:p>
          <a:p>
            <a:pPr marL="0" indent="0">
              <a:buNone/>
            </a:pPr>
            <a:r>
              <a:rPr lang="de-DE" dirty="0" err="1"/>
              <a:t>Textbox</a:t>
            </a:r>
            <a:r>
              <a:rPr lang="de-DE" dirty="0"/>
              <a:t> </a:t>
            </a:r>
            <a:r>
              <a:rPr lang="de-DE" dirty="0">
                <a:solidFill>
                  <a:srgbClr val="00B0F0"/>
                </a:solidFill>
              </a:rPr>
              <a:t>&lt;&lt;&gt;&gt;</a:t>
            </a:r>
            <a:r>
              <a:rPr lang="de-DE" dirty="0">
                <a:solidFill>
                  <a:srgbClr val="FF0000"/>
                </a:solidFill>
              </a:rPr>
              <a:t> </a:t>
            </a:r>
            <a:r>
              <a:rPr lang="de-DE" dirty="0"/>
              <a:t>und </a:t>
            </a:r>
            <a:r>
              <a:rPr lang="de-DE" dirty="0">
                <a:solidFill>
                  <a:srgbClr val="FF0000"/>
                </a:solidFill>
                <a:highlight>
                  <a:srgbClr val="84CFEF"/>
                </a:highlight>
              </a:rPr>
              <a:t>&lt;&lt;&gt;&gt;</a:t>
            </a:r>
            <a:r>
              <a:rPr lang="de-DE" dirty="0">
                <a:solidFill>
                  <a:srgbClr val="FF0000"/>
                </a:solidFill>
              </a:rPr>
              <a:t> </a:t>
            </a:r>
            <a:r>
              <a:rPr lang="de-DE" dirty="0"/>
              <a:t>und </a:t>
            </a:r>
            <a:r>
              <a:rPr lang="de-DE" sz="2000" dirty="0"/>
              <a:t>&lt;&lt;&gt;&gt;</a:t>
            </a:r>
            <a:endParaRPr lang="de-DE" dirty="0"/>
          </a:p>
          <a:p>
            <a:pPr marL="0" indent="0">
              <a:buNone/>
            </a:pPr>
            <a:r>
              <a:rPr lang="de-DE" dirty="0"/>
              <a:t>XXX &lt;&lt;&gt;&gt; XXX</a:t>
            </a:r>
          </a:p>
          <a:p>
            <a:pPr marL="0" indent="0">
              <a:buNone/>
            </a:pPr>
            <a:r>
              <a:rPr lang="de-DE" dirty="0"/>
              <a:t>XXX </a:t>
            </a:r>
            <a:r>
              <a:rPr lang="de-DE" dirty="0">
                <a:solidFill>
                  <a:schemeClr val="accent2"/>
                </a:solidFill>
                <a:highlight>
                  <a:srgbClr val="FFFF00"/>
                </a:highlight>
              </a:rPr>
              <a:t>&lt;&lt;&gt;&gt;</a:t>
            </a:r>
            <a:r>
              <a:rPr lang="de-DE" dirty="0"/>
              <a:t> XXX</a:t>
            </a:r>
            <a:endParaRPr lang="de-DE" dirty="0">
              <a:solidFill>
                <a:srgbClr val="00B0F0"/>
              </a:solidFill>
            </a:endParaRPr>
          </a:p>
          <a:p>
            <a:pPr marL="0" indent="0">
              <a:buNone/>
            </a:pPr>
            <a:r>
              <a:rPr lang="de-DE" dirty="0"/>
              <a:t>XXX </a:t>
            </a:r>
            <a:r>
              <a:rPr lang="de-DE" sz="1000" dirty="0"/>
              <a:t>&lt;&lt;&gt;&gt;</a:t>
            </a:r>
            <a:r>
              <a:rPr lang="de-DE" dirty="0"/>
              <a:t> XXX</a:t>
            </a:r>
          </a:p>
          <a:p>
            <a:pPr marL="0" indent="0">
              <a:buNone/>
            </a:pPr>
            <a:endParaRPr 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6448B4A-BE81-26C0-7B3F-A56ECCE773F7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r>
              <a:rPr lang="de-DE"/>
              <a:t>DB InfraGO AG</a:t>
            </a:r>
          </a:p>
        </p:txBody>
      </p:sp>
      <p:sp>
        <p:nvSpPr>
          <p:cNvPr id="6" name="Rechteck 6">
            <a:extLst>
              <a:ext uri="{FF2B5EF4-FFF2-40B4-BE49-F238E27FC236}">
                <a16:creationId xmlns:a16="http://schemas.microsoft.com/office/drawing/2014/main" id="{FB675963-4EDA-DFD4-8AF2-2945BDF816CF}"/>
              </a:ext>
            </a:extLst>
          </p:cNvPr>
          <p:cNvSpPr/>
          <p:nvPr/>
        </p:nvSpPr>
        <p:spPr>
          <a:xfrm>
            <a:off x="8164286" y="2046514"/>
            <a:ext cx="3494314" cy="4212506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>
              <a:buClr>
                <a:schemeClr val="accent2"/>
              </a:buClr>
            </a:pPr>
            <a:r>
              <a:rPr lang="de-DE" sz="1600" dirty="0">
                <a:solidFill>
                  <a:schemeClr val="tx1"/>
                </a:solidFill>
              </a:rPr>
              <a:t>Shape grau 2 ö</a:t>
            </a:r>
          </a:p>
        </p:txBody>
      </p:sp>
      <p:sp>
        <p:nvSpPr>
          <p:cNvPr id="7" name="Rechteck 7">
            <a:extLst>
              <a:ext uri="{FF2B5EF4-FFF2-40B4-BE49-F238E27FC236}">
                <a16:creationId xmlns:a16="http://schemas.microsoft.com/office/drawing/2014/main" id="{12602807-4D65-1FC3-0D39-F648A7165D4F}"/>
              </a:ext>
            </a:extLst>
          </p:cNvPr>
          <p:cNvSpPr/>
          <p:nvPr/>
        </p:nvSpPr>
        <p:spPr>
          <a:xfrm>
            <a:off x="3406390" y="4882665"/>
            <a:ext cx="4310743" cy="1376355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>
              <a:buClr>
                <a:schemeClr val="accent2"/>
              </a:buClr>
            </a:pPr>
            <a:r>
              <a:rPr lang="de-DE" sz="1600" dirty="0">
                <a:solidFill>
                  <a:schemeClr val="tx1"/>
                </a:solidFill>
              </a:rPr>
              <a:t>Shape grau 1 ö</a:t>
            </a:r>
          </a:p>
        </p:txBody>
      </p:sp>
    </p:spTree>
    <p:extLst>
      <p:ext uri="{BB962C8B-B14F-4D97-AF65-F5344CB8AC3E}">
        <p14:creationId xmlns:p14="http://schemas.microsoft.com/office/powerpoint/2010/main" val="12606996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CC006CE-39DD-2DFA-D511-920C12C398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Eine Überschrift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D4B4D018-F217-9201-0414-AA8AB019A8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3D9F7D-0C28-4C21-AA99-7C67E34F632A}" type="slidenum">
              <a:rPr lang="de-DE" smtClean="0"/>
              <a:pPr/>
              <a:t>2</a:t>
            </a:fld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DA545963-C7F2-8680-D59E-F203E6A7F95A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71475" y="1436925"/>
            <a:ext cx="6622178" cy="4212507"/>
          </a:xfrm>
        </p:spPr>
        <p:txBody>
          <a:bodyPr/>
          <a:lstStyle/>
          <a:p>
            <a:pPr marL="0" indent="0">
              <a:buNone/>
            </a:pPr>
            <a:r>
              <a:rPr lang="de-DE" dirty="0" err="1"/>
              <a:t>Textbox</a:t>
            </a:r>
            <a:r>
              <a:rPr lang="de-DE" dirty="0"/>
              <a:t> </a:t>
            </a:r>
            <a:r>
              <a:rPr lang="de-DE" dirty="0">
                <a:solidFill>
                  <a:srgbClr val="00B0F0"/>
                </a:solidFill>
              </a:rPr>
              <a:t>ö</a:t>
            </a:r>
            <a:r>
              <a:rPr lang="de-DE" dirty="0">
                <a:solidFill>
                  <a:srgbClr val="FF0000"/>
                </a:solidFill>
              </a:rPr>
              <a:t> </a:t>
            </a:r>
            <a:r>
              <a:rPr lang="de-DE" dirty="0"/>
              <a:t>und </a:t>
            </a:r>
            <a:r>
              <a:rPr lang="de-DE" dirty="0">
                <a:solidFill>
                  <a:srgbClr val="FF0000"/>
                </a:solidFill>
                <a:highlight>
                  <a:srgbClr val="84CFEF"/>
                </a:highlight>
              </a:rPr>
              <a:t>ö</a:t>
            </a:r>
            <a:r>
              <a:rPr lang="de-DE" dirty="0">
                <a:solidFill>
                  <a:srgbClr val="FF0000"/>
                </a:solidFill>
              </a:rPr>
              <a:t> </a:t>
            </a:r>
            <a:r>
              <a:rPr lang="de-DE" dirty="0"/>
              <a:t>und </a:t>
            </a:r>
            <a:r>
              <a:rPr lang="de-DE" sz="2000" dirty="0"/>
              <a:t>ö</a:t>
            </a:r>
            <a:r>
              <a:rPr lang="de-DE" dirty="0"/>
              <a:t/>
            </a:r>
          </a:p>
          <a:p>
            <a:pPr marL="0" indent="0">
              <a:buNone/>
            </a:pPr>
            <a:r>
              <a:rPr lang="de-DE" dirty="0"/>
              <a:t>XXX ö XXX</a:t>
            </a:r>
          </a:p>
          <a:p>
            <a:pPr marL="0" indent="0">
              <a:buNone/>
            </a:pPr>
            <a:r>
              <a:rPr lang="de-DE" dirty="0"/>
              <a:t>XXX </a:t>
            </a:r>
            <a:r>
              <a:rPr lang="de-DE" dirty="0">
                <a:solidFill>
                  <a:schemeClr val="accent2"/>
                </a:solidFill>
                <a:highlight>
                  <a:srgbClr val="FFFF00"/>
                </a:highlight>
              </a:rPr>
              <a:t>ö</a:t>
            </a:r>
            <a:r>
              <a:rPr lang="de-DE" dirty="0"/>
              <a:t> XXX</a:t>
            </a:r>
            <a:endParaRPr lang="de-DE" dirty="0">
              <a:solidFill>
                <a:srgbClr val="00B0F0"/>
              </a:solidFill>
            </a:endParaRPr>
          </a:p>
          <a:p>
            <a:pPr marL="0" indent="0">
              <a:buNone/>
            </a:pPr>
            <a:r>
              <a:rPr lang="de-DE" dirty="0"/>
              <a:t>XXX </a:t>
            </a:r>
            <a:r>
              <a:rPr lang="de-DE" sz="1000" dirty="0"/>
              <a:t>ö</a:t>
            </a:r>
            <a:r>
              <a:rPr lang="de-DE" dirty="0"/>
              <a:t> XXX</a:t>
            </a:r>
          </a:p>
          <a:p>
            <a:pPr marL="0" indent="0">
              <a:buNone/>
            </a:pPr>
            <a:endParaRPr lang="de-DE" dirty="0"/>
          </a:p>
          <a:p>
            <a:pPr marL="0" indent="0">
              <a:buNone/>
            </a:pPr>
            <a:r>
              <a:rPr lang="de-DE" dirty="0" err="1"/>
              <a:t>Textbox</a:t>
            </a:r>
            <a:r>
              <a:rPr lang="de-DE" dirty="0"/>
              <a:t> </a:t>
            </a:r>
            <a:r>
              <a:rPr lang="de-DE" dirty="0">
                <a:solidFill>
                  <a:srgbClr val="00B0F0"/>
                </a:solidFill>
              </a:rPr>
              <a:t>&lt;&lt;&gt;&gt;</a:t>
            </a:r>
            <a:r>
              <a:rPr lang="de-DE" dirty="0">
                <a:solidFill>
                  <a:srgbClr val="FF0000"/>
                </a:solidFill>
              </a:rPr>
              <a:t> </a:t>
            </a:r>
            <a:r>
              <a:rPr lang="de-DE" dirty="0"/>
              <a:t>und </a:t>
            </a:r>
            <a:r>
              <a:rPr lang="de-DE" dirty="0">
                <a:solidFill>
                  <a:srgbClr val="FF0000"/>
                </a:solidFill>
                <a:highlight>
                  <a:srgbClr val="84CFEF"/>
                </a:highlight>
              </a:rPr>
              <a:t>&lt;&lt;&gt;&gt;</a:t>
            </a:r>
            <a:r>
              <a:rPr lang="de-DE" dirty="0">
                <a:solidFill>
                  <a:srgbClr val="FF0000"/>
                </a:solidFill>
              </a:rPr>
              <a:t> </a:t>
            </a:r>
            <a:r>
              <a:rPr lang="de-DE" dirty="0"/>
              <a:t>und </a:t>
            </a:r>
            <a:r>
              <a:rPr lang="de-DE" sz="2000" dirty="0"/>
              <a:t>&lt;&lt;&gt;&gt;</a:t>
            </a:r>
            <a:endParaRPr lang="de-DE" dirty="0"/>
          </a:p>
          <a:p>
            <a:pPr marL="0" indent="0">
              <a:buNone/>
            </a:pPr>
            <a:r>
              <a:rPr lang="de-DE" dirty="0"/>
              <a:t>XXX &lt;&lt;&gt;&gt; XXX</a:t>
            </a:r>
          </a:p>
          <a:p>
            <a:pPr marL="0" indent="0">
              <a:buNone/>
            </a:pPr>
            <a:r>
              <a:rPr lang="de-DE" dirty="0"/>
              <a:t>XXX </a:t>
            </a:r>
            <a:r>
              <a:rPr lang="de-DE" dirty="0">
                <a:solidFill>
                  <a:schemeClr val="accent2"/>
                </a:solidFill>
                <a:highlight>
                  <a:srgbClr val="FFFF00"/>
                </a:highlight>
              </a:rPr>
              <a:t>&lt;&lt;&gt;&gt;</a:t>
            </a:r>
            <a:r>
              <a:rPr lang="de-DE" dirty="0"/>
              <a:t> XXX</a:t>
            </a:r>
            <a:endParaRPr lang="de-DE" dirty="0">
              <a:solidFill>
                <a:srgbClr val="00B0F0"/>
              </a:solidFill>
            </a:endParaRPr>
          </a:p>
          <a:p>
            <a:pPr marL="0" indent="0">
              <a:buNone/>
            </a:pPr>
            <a:r>
              <a:rPr lang="de-DE" dirty="0"/>
              <a:t>XXX </a:t>
            </a:r>
            <a:r>
              <a:rPr lang="de-DE" sz="1000" dirty="0"/>
              <a:t>&lt;&lt;&gt;&gt;</a:t>
            </a:r>
            <a:r>
              <a:rPr lang="de-DE" dirty="0"/>
              <a:t> XXX</a:t>
            </a:r>
          </a:p>
          <a:p>
            <a:pPr marL="0" indent="0">
              <a:buNone/>
            </a:pPr>
            <a:endParaRPr 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6448B4A-BE81-26C0-7B3F-A56ECCE773F7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r>
              <a:rPr lang="de-DE"/>
              <a:t>DB InfraGO AG</a:t>
            </a:r>
          </a:p>
        </p:txBody>
      </p:sp>
      <p:sp>
        <p:nvSpPr>
          <p:cNvPr id="6" name="Rechteck 6">
            <a:extLst>
              <a:ext uri="{FF2B5EF4-FFF2-40B4-BE49-F238E27FC236}">
                <a16:creationId xmlns:a16="http://schemas.microsoft.com/office/drawing/2014/main" id="{FB675963-4EDA-DFD4-8AF2-2945BDF816CF}"/>
              </a:ext>
            </a:extLst>
          </p:cNvPr>
          <p:cNvSpPr/>
          <p:nvPr/>
        </p:nvSpPr>
        <p:spPr>
          <a:xfrm>
            <a:off x="8164286" y="2046514"/>
            <a:ext cx="3494314" cy="4212506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>
              <a:buClr>
                <a:schemeClr val="accent2"/>
              </a:buClr>
            </a:pPr>
            <a:r>
              <a:rPr lang="de-DE" sz="1600" dirty="0">
                <a:solidFill>
                  <a:schemeClr val="tx1"/>
                </a:solidFill>
              </a:rPr>
              <a:t>Shape grau 2 ö</a:t>
            </a:r>
          </a:p>
        </p:txBody>
      </p:sp>
      <p:sp>
        <p:nvSpPr>
          <p:cNvPr id="7" name="Rechteck 7">
            <a:extLst>
              <a:ext uri="{FF2B5EF4-FFF2-40B4-BE49-F238E27FC236}">
                <a16:creationId xmlns:a16="http://schemas.microsoft.com/office/drawing/2014/main" id="{12602807-4D65-1FC3-0D39-F648A7165D4F}"/>
              </a:ext>
            </a:extLst>
          </p:cNvPr>
          <p:cNvSpPr/>
          <p:nvPr/>
        </p:nvSpPr>
        <p:spPr>
          <a:xfrm>
            <a:off x="3406390" y="4882665"/>
            <a:ext cx="4310743" cy="1376355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>
              <a:buClr>
                <a:schemeClr val="accent2"/>
              </a:buClr>
            </a:pPr>
            <a:r>
              <a:rPr lang="de-DE" sz="1600" dirty="0">
                <a:solidFill>
                  <a:schemeClr val="tx1"/>
                </a:solidFill>
              </a:rPr>
              <a:t>Shape grau 1 ö</a:t>
            </a:r>
          </a:p>
        </p:txBody>
      </p:sp>
    </p:spTree>
    <p:extLst>
      <p:ext uri="{BB962C8B-B14F-4D97-AF65-F5344CB8AC3E}">
        <p14:creationId xmlns:p14="http://schemas.microsoft.com/office/powerpoint/2010/main" val="1942746323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ASYMASTER" val="DB 16_9"/>
</p:tagLst>
</file>

<file path=ppt/theme/theme1.xml><?xml version="1.0" encoding="utf-8"?>
<a:theme xmlns:a="http://schemas.openxmlformats.org/drawingml/2006/main" name="DB">
  <a:themeElements>
    <a:clrScheme name="DB Farben">
      <a:dk1>
        <a:sysClr val="windowText" lastClr="000000"/>
      </a:dk1>
      <a:lt1>
        <a:sysClr val="window" lastClr="FFFFFF"/>
      </a:lt1>
      <a:dk2>
        <a:srgbClr val="000000"/>
      </a:dk2>
      <a:lt2>
        <a:srgbClr val="878C96"/>
      </a:lt2>
      <a:accent1>
        <a:srgbClr val="D7DCE1"/>
      </a:accent1>
      <a:accent2>
        <a:srgbClr val="EC0016"/>
      </a:accent2>
      <a:accent3>
        <a:srgbClr val="F0F3F5"/>
      </a:accent3>
      <a:accent4>
        <a:srgbClr val="AFB4BB"/>
      </a:accent4>
      <a:accent5>
        <a:srgbClr val="3C414B"/>
      </a:accent5>
      <a:accent6>
        <a:srgbClr val="F0F3F5"/>
      </a:accent6>
      <a:hlink>
        <a:srgbClr val="3C414B"/>
      </a:hlink>
      <a:folHlink>
        <a:srgbClr val="878C96"/>
      </a:folHlink>
    </a:clrScheme>
    <a:fontScheme name="Benutzerdefiniert 104">
      <a:majorFont>
        <a:latin typeface="DB Head Black"/>
        <a:ea typeface=""/>
        <a:cs typeface=""/>
      </a:majorFont>
      <a:minorFont>
        <a:latin typeface="DB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3"/>
        </a:solidFill>
        <a:ln>
          <a:noFill/>
        </a:ln>
      </a:spPr>
      <a:bodyPr lIns="72000" tIns="72000" rIns="72000" bIns="72000" rtlCol="0" anchor="ctr"/>
      <a:lstStyle>
        <a:defPPr algn="ctr">
          <a:buClr>
            <a:schemeClr val="accent2"/>
          </a:buClr>
          <a:defRPr sz="1600" dirty="0" err="1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rgbClr val="AFB4BB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lIns="0" tIns="0" rIns="0" bIns="0" rtlCol="0">
        <a:spAutoFit/>
      </a:bodyPr>
      <a:lstStyle>
        <a:defPPr marL="180975" indent="-180975" algn="l">
          <a:buClr>
            <a:schemeClr val="accent2"/>
          </a:buClr>
          <a:buFont typeface="DB Sans" panose="020B0502050202020204" pitchFamily="34" charset="0"/>
          <a:buChar char="‒"/>
          <a:defRPr sz="1600" dirty="0" err="1" smtClean="0"/>
        </a:defPPr>
      </a:lstStyle>
    </a:txDef>
  </a:objectDefaults>
  <a:extraClrSchemeLst/>
  <a:custClrLst>
    <a:custClr name="Yellow 700">
      <a:srgbClr val="FF9B00"/>
    </a:custClr>
    <a:custClr name="Orange 700">
      <a:srgbClr val="C05E00"/>
    </a:custClr>
    <a:custClr name="Red 700">
      <a:srgbClr val="9B000E"/>
    </a:custClr>
    <a:custClr name="Burgundy 700">
      <a:srgbClr val="641E32"/>
    </a:custClr>
    <a:custClr name="Pink 700">
      <a:srgbClr val="B80065"/>
    </a:custClr>
    <a:custClr name="Violett 700">
      <a:srgbClr val="581D70"/>
    </a:custClr>
    <a:custClr name="Blue 700">
      <a:srgbClr val="0A1E6E"/>
    </a:custClr>
    <a:custClr name="Cyan 700">
      <a:srgbClr val="006A96"/>
    </a:custClr>
    <a:custClr name="Turquiose 700">
      <a:srgbClr val="006E6B"/>
    </a:custClr>
    <a:custClr name="Green 700">
      <a:srgbClr val="165C27"/>
    </a:custClr>
    <a:custClr name="Yellow 500">
      <a:srgbClr val="FFD800"/>
    </a:custClr>
    <a:custClr name="Orange 500">
      <a:srgbClr val="F39200"/>
    </a:custClr>
    <a:custClr name="Red 500">
      <a:srgbClr val="EC0016"/>
    </a:custClr>
    <a:custClr name="Burgundy 500">
      <a:srgbClr val="A9455D"/>
    </a:custClr>
    <a:custClr name="Pink 500">
      <a:srgbClr val="E93E8F"/>
    </a:custClr>
    <a:custClr name="Violett 500">
      <a:srgbClr val="814997"/>
    </a:custClr>
    <a:custClr name="Blue 500">
      <a:srgbClr val="1455C0"/>
    </a:custClr>
    <a:custClr name="Cyan 500">
      <a:srgbClr val="309FD1"/>
    </a:custClr>
    <a:custClr name="Turquiose 500">
      <a:srgbClr val="00A099"/>
    </a:custClr>
    <a:custClr name="Green 500">
      <a:srgbClr val="408335"/>
    </a:custClr>
    <a:custClr name="Yellow 300">
      <a:srgbClr val="FFF876"/>
    </a:custClr>
    <a:custClr name="Orange 300">
      <a:srgbClr val="FACA7F"/>
    </a:custClr>
    <a:custClr name="Red 300">
      <a:srgbClr val="FA9090"/>
    </a:custClr>
    <a:custClr name="Burgundy 300">
      <a:srgbClr val="DA9AA8"/>
    </a:custClr>
    <a:custClr name="Pink 300">
      <a:srgbClr val="F4AECE"/>
    </a:custClr>
    <a:custClr name="Violett 300">
      <a:srgbClr val="C2A1C7"/>
    </a:custClr>
    <a:custClr name="Blue 300">
      <a:srgbClr val="73AEF4"/>
    </a:custClr>
    <a:custClr name="Cyan 300">
      <a:srgbClr val="84CFEF"/>
    </a:custClr>
    <a:custClr name="Turquiose 300">
      <a:srgbClr val="83CACA"/>
    </a:custClr>
    <a:custClr name="Green 300">
      <a:srgbClr val="8CBC80"/>
    </a:custClr>
    <a:custClr name="Yellow 100">
      <a:srgbClr val="FFFFDC"/>
    </a:custClr>
    <a:custClr name="Orange 100">
      <a:srgbClr val="FFF4D8"/>
    </a:custClr>
    <a:custClr name="Red 100">
      <a:srgbClr val="FEE6E6"/>
    </a:custClr>
    <a:custClr name="Burgundy 100">
      <a:srgbClr val="F4E8ED"/>
    </a:custClr>
    <a:custClr name="Pink 100">
      <a:srgbClr val="FDEEF8"/>
    </a:custClr>
    <a:custClr name="Violett 100">
      <a:srgbClr val="F4EEFA"/>
    </a:custClr>
    <a:custClr name="Blue 100">
      <a:srgbClr val="E0EFFB"/>
    </a:custClr>
    <a:custClr name="Cyan 100">
      <a:srgbClr val="E5FAFF"/>
    </a:custClr>
    <a:custClr name="Turquiose 100">
      <a:srgbClr val="E3F5F4"/>
    </a:custClr>
    <a:custClr name="Green 100">
      <a:srgbClr val="E2F3E5"/>
    </a:custClr>
    <a:custClr name="Light Green 700">
      <a:srgbClr val="44741A"/>
    </a:custClr>
    <a:custClr name="Light Green 500">
      <a:srgbClr val="63A615"/>
    </a:custClr>
    <a:custClr name="Light Green 300">
      <a:srgbClr val="9FD45F"/>
    </a:custClr>
    <a:custClr name="Light Green 100">
      <a:srgbClr val="EBF7DD"/>
    </a:custClr>
    <a:custClr name="Warm Grey 700">
      <a:srgbClr val="4F4B41"/>
    </a:custClr>
    <a:custClr name="Warm Grey 500">
      <a:srgbClr val="858379"/>
    </a:custClr>
    <a:custClr name="Warm Grey 300">
      <a:srgbClr val="BCBBB2"/>
    </a:custClr>
    <a:custClr name="Warm Grey 100">
      <a:srgbClr val="F5F4F1"/>
    </a:custClr>
    <a:custClr name="Black">
      <a:srgbClr val="000000"/>
    </a:custClr>
    <a:custClr name="White">
      <a:srgbClr val="FFFFFF"/>
    </a:custClr>
  </a:custClrLst>
  <a:extLst>
    <a:ext uri="{05A4C25C-085E-4340-85A3-A5531E510DB2}">
      <thm15:themeFamily xmlns:thm15="http://schemas.microsoft.com/office/thememl/2012/main" name="DB InfraGO_16_9.potx" id="{E8F5190A-B526-489E-8B03-87742B251684}" vid="{D36373E9-EEC7-4F2F-A9C1-E0B37F07CD6A}"/>
    </a:ext>
  </a:extLst>
</a:theme>
</file>

<file path=ppt/theme/theme2.xml><?xml version="1.0" encoding="utf-8"?>
<a:theme xmlns:a="http://schemas.openxmlformats.org/drawingml/2006/main" name="Office">
  <a:themeElements>
    <a:clrScheme name="DB KONZERN 2022">
      <a:dk1>
        <a:sysClr val="windowText" lastClr="000000"/>
      </a:dk1>
      <a:lt1>
        <a:sysClr val="window" lastClr="FFFFFF"/>
      </a:lt1>
      <a:dk2>
        <a:srgbClr val="000000"/>
      </a:dk2>
      <a:lt2>
        <a:srgbClr val="878C96"/>
      </a:lt2>
      <a:accent1>
        <a:srgbClr val="D7DCE1"/>
      </a:accent1>
      <a:accent2>
        <a:srgbClr val="EC0016"/>
      </a:accent2>
      <a:accent3>
        <a:srgbClr val="F0F3F5"/>
      </a:accent3>
      <a:accent4>
        <a:srgbClr val="AFB4BB"/>
      </a:accent4>
      <a:accent5>
        <a:srgbClr val="3C414B"/>
      </a:accent5>
      <a:accent6>
        <a:srgbClr val="F0F3F5"/>
      </a:accent6>
      <a:hlink>
        <a:srgbClr val="3C414B"/>
      </a:hlink>
      <a:folHlink>
        <a:srgbClr val="878C96"/>
      </a:folHlink>
    </a:clrScheme>
    <a:fontScheme name="DB KONZERN 2022">
      <a:majorFont>
        <a:latin typeface="DB Head Black"/>
        <a:ea typeface=""/>
        <a:cs typeface=""/>
      </a:majorFont>
      <a:minorFont>
        <a:latin typeface="DB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">
  <a:themeElements>
    <a:clrScheme name="DB KONZERN 2022">
      <a:dk1>
        <a:sysClr val="windowText" lastClr="000000"/>
      </a:dk1>
      <a:lt1>
        <a:sysClr val="window" lastClr="FFFFFF"/>
      </a:lt1>
      <a:dk2>
        <a:srgbClr val="000000"/>
      </a:dk2>
      <a:lt2>
        <a:srgbClr val="878C96"/>
      </a:lt2>
      <a:accent1>
        <a:srgbClr val="D7DCE1"/>
      </a:accent1>
      <a:accent2>
        <a:srgbClr val="EC0016"/>
      </a:accent2>
      <a:accent3>
        <a:srgbClr val="F0F3F5"/>
      </a:accent3>
      <a:accent4>
        <a:srgbClr val="AFB4BB"/>
      </a:accent4>
      <a:accent5>
        <a:srgbClr val="3C414B"/>
      </a:accent5>
      <a:accent6>
        <a:srgbClr val="F0F3F5"/>
      </a:accent6>
      <a:hlink>
        <a:srgbClr val="3C414B"/>
      </a:hlink>
      <a:folHlink>
        <a:srgbClr val="878C96"/>
      </a:folHlink>
    </a:clrScheme>
    <a:fontScheme name="DB KONZERN 2022">
      <a:majorFont>
        <a:latin typeface="DB Head Black"/>
        <a:ea typeface=""/>
        <a:cs typeface=""/>
      </a:majorFont>
      <a:minorFont>
        <a:latin typeface="DB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1fd25953-9ef3-4c52-aaa1-399242d140cc">
      <Terms xmlns="http://schemas.microsoft.com/office/infopath/2007/PartnerControls"/>
    </lcf76f155ced4ddcb4097134ff3c332f>
    <TaxCatchAll xmlns="b2540627-7947-42d4-9a4a-9a1b60a3f68e" xsi:nil="true"/>
    <SharedWithUsers xmlns="b2540627-7947-42d4-9a4a-9a1b60a3f68e">
      <UserInfo>
        <DisplayName>SharingLinks.7a5b9c18-bd6e-4bcc-95c6-d78c8e152992.Flexible.075c2d6d-c081-4466-9130-da5b9b2d8c5c</DisplayName>
        <AccountId>1555</AccountId>
        <AccountType/>
      </UserInfo>
      <UserInfo>
        <DisplayName>SharingLinks.17f3c12e-01e7-4fe0-8e2f-eb7a3585041a.OrganizationEdit.89ab4548-fc19-4299-a137-2cbdbdb6ffeb</DisplayName>
        <AccountId>1703</AccountId>
        <AccountType/>
      </UserInfo>
      <UserInfo>
        <DisplayName>Julia Bozzola</DisplayName>
        <AccountId>1705</AccountId>
        <AccountType/>
      </UserInfo>
      <UserInfo>
        <DisplayName>Kerstin Kolke</DisplayName>
        <AccountId>1393</AccountId>
        <AccountType/>
      </UserInfo>
      <UserInfo>
        <DisplayName>Mark Heckmann</DisplayName>
        <AccountId>1168</AccountId>
        <AccountType/>
      </UserInfo>
      <UserInfo>
        <DisplayName>Friederike Dittberner</DisplayName>
        <AccountId>1813</AccountId>
        <AccountType/>
      </UserInfo>
      <UserInfo>
        <DisplayName>Tim Jungton</DisplayName>
        <AccountId>541</AccountId>
        <AccountType/>
      </UserInfo>
      <UserInfo>
        <DisplayName>Dominik D Schäfer</DisplayName>
        <AccountId>207</AccountId>
        <AccountType/>
      </UserInfo>
      <UserInfo>
        <DisplayName>Patrik Schütt</DisplayName>
        <AccountId>1847</AccountId>
        <AccountType/>
      </UserInfo>
      <UserInfo>
        <DisplayName>Silke Kornath</DisplayName>
        <AccountId>1783</AccountId>
        <AccountType/>
      </UserInfo>
      <UserInfo>
        <DisplayName>Malte-Bjarne Schulz</DisplayName>
        <AccountId>637</AccountId>
        <AccountType/>
      </UserInfo>
      <UserInfo>
        <DisplayName>Ulrike Bielawny</DisplayName>
        <AccountId>1802</AccountId>
        <AccountType/>
      </UserInfo>
      <UserInfo>
        <DisplayName>Franciska Scheffel</DisplayName>
        <AccountId>1812</AccountId>
        <AccountType/>
      </UserInfo>
      <UserInfo>
        <DisplayName>Anne Botor</DisplayName>
        <AccountId>1924</AccountId>
        <AccountType/>
      </UserInfo>
    </SharedWithUsers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18F8BDDB2917414083224937C71BC5F5" ma:contentTypeVersion="17" ma:contentTypeDescription="Ein neues Dokument erstellen." ma:contentTypeScope="" ma:versionID="b0b44819ac3de3014bfcf2cb74f0ad63">
  <xsd:schema xmlns:xsd="http://www.w3.org/2001/XMLSchema" xmlns:xs="http://www.w3.org/2001/XMLSchema" xmlns:p="http://schemas.microsoft.com/office/2006/metadata/properties" xmlns:ns2="b2540627-7947-42d4-9a4a-9a1b60a3f68e" xmlns:ns3="1fd25953-9ef3-4c52-aaa1-399242d140cc" targetNamespace="http://schemas.microsoft.com/office/2006/metadata/properties" ma:root="true" ma:fieldsID="44756fb67677b0341278ee077a40de26" ns2:_="" ns3:_="">
    <xsd:import namespace="b2540627-7947-42d4-9a4a-9a1b60a3f68e"/>
    <xsd:import namespace="1fd25953-9ef3-4c52-aaa1-399242d140cc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AutoKeyPoints" minOccurs="0"/>
                <xsd:element ref="ns3:MediaServiceKeyPoints" minOccurs="0"/>
                <xsd:element ref="ns3:MediaServiceDateTaken" minOccurs="0"/>
                <xsd:element ref="ns3:lcf76f155ced4ddcb4097134ff3c332f" minOccurs="0"/>
                <xsd:element ref="ns2:TaxCatchAll" minOccurs="0"/>
                <xsd:element ref="ns3:MediaServiceObjectDetectorVersions" minOccurs="0"/>
                <xsd:element ref="ns3:MediaLengthInSeconds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2540627-7947-42d4-9a4a-9a1b60a3f68e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Freigegeben für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Freigegeben für -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1" nillable="true" ma:displayName="Taxonomy Catch All Column" ma:hidden="true" ma:list="{62860d20-dc19-4f12-ad6f-fe593ad73fb1}" ma:internalName="TaxCatchAll" ma:showField="CatchAllData" ma:web="b2540627-7947-42d4-9a4a-9a1b60a3f68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fd25953-9ef3-4c52-aaa1-399242d140c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lcf76f155ced4ddcb4097134ff3c332f" ma:index="20" nillable="true" ma:taxonomy="true" ma:internalName="lcf76f155ced4ddcb4097134ff3c332f" ma:taxonomyFieldName="MediaServiceImageTags" ma:displayName="Bildmarkierungen" ma:readOnly="false" ma:fieldId="{5cf76f15-5ced-4ddc-b409-7134ff3c332f}" ma:taxonomyMulti="true" ma:sspId="f80f6d38-43b1-4def-ac06-3ce7426a3aa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2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LengthInSeconds" ma:index="23" nillable="true" ma:displayName="MediaLengthInSeconds" ma:hidden="true" ma:internalName="MediaLengthInSeconds" ma:readOnly="true">
      <xsd:simpleType>
        <xsd:restriction base="dms:Unknown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3A6D98F-5EA7-4297-AEDE-BE0C4F56FAD9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9816A9D-078E-4550-842C-D387F79A4BE9}">
  <ds:schemaRefs>
    <ds:schemaRef ds:uri="http://purl.org/dc/elements/1.1/"/>
    <ds:schemaRef ds:uri="3e2d0921-1481-48ec-b682-5fb37d2f0b43"/>
    <ds:schemaRef ds:uri="http://schemas.microsoft.com/office/2006/metadata/properties"/>
    <ds:schemaRef ds:uri="http://purl.org/dc/dcmitype/"/>
    <ds:schemaRef ds:uri="edae8e83-dc98-4f65-a9fc-c1e018814ee1"/>
    <ds:schemaRef ds:uri="http://schemas.microsoft.com/office/infopath/2007/PartnerControls"/>
    <ds:schemaRef ds:uri="http://schemas.microsoft.com/office/2006/documentManagement/types"/>
    <ds:schemaRef ds:uri="http://www.w3.org/XML/1998/namespace"/>
    <ds:schemaRef ds:uri="http://schemas.openxmlformats.org/package/2006/metadata/core-properties"/>
    <ds:schemaRef ds:uri="http://purl.org/dc/terms/"/>
    <ds:schemaRef ds:uri="1fd25953-9ef3-4c52-aaa1-399242d140cc"/>
    <ds:schemaRef ds:uri="b2540627-7947-42d4-9a4a-9a1b60a3f68e"/>
  </ds:schemaRefs>
</ds:datastoreItem>
</file>

<file path=customXml/itemProps3.xml><?xml version="1.0" encoding="utf-8"?>
<ds:datastoreItem xmlns:ds="http://schemas.openxmlformats.org/officeDocument/2006/customXml" ds:itemID="{EDDE7256-7066-46BE-BEDA-19652783E66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b2540627-7947-42d4-9a4a-9a1b60a3f68e"/>
    <ds:schemaRef ds:uri="1fd25953-9ef3-4c52-aaa1-399242d140c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120</Words>
  <Application>Microsoft Macintosh PowerPoint</Application>
  <PresentationFormat>Breitbild</PresentationFormat>
  <Paragraphs>28</Paragraphs>
  <Slides>2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2</vt:i4>
      </vt:variant>
    </vt:vector>
  </HeadingPairs>
  <TitlesOfParts>
    <vt:vector size="7" baseType="lpstr">
      <vt:lpstr>Arial</vt:lpstr>
      <vt:lpstr>DB Head Black</vt:lpstr>
      <vt:lpstr>DB Head Light</vt:lpstr>
      <vt:lpstr>DB Sans</vt:lpstr>
      <vt:lpstr>DB</vt:lpstr>
      <vt:lpstr>Eine Überschrift</vt:lpstr>
      <vt:lpstr>Eine Überschrift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>DB InfraGO AG</dc:title>
  <dc:creator>Sara-Marleen Kurilenko</dc:creator>
  <cp:lastModifiedBy>markheckmann</cp:lastModifiedBy>
  <cp:revision>40</cp:revision>
  <dcterms:created xsi:type="dcterms:W3CDTF">2024-01-18T08:25:35Z</dcterms:created>
  <dcterms:modified xsi:type="dcterms:W3CDTF">2024-05-24T20:37:27Z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0x01010018F8BDDB2917414083224937C71BC5F5</vt:lpwstr>
  </property>
  <property fmtid="{D5CDD505-2E9C-101B-9397-08002B2CF9AE}" pid="3" name="MediaServiceImageTags">
    <vt:lpwstr/>
  </property>
</Properties>
</file>