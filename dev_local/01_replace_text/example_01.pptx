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7" r:id="rId5"/>
    <p:sldId id="258" r:id="rId6"/>
  </p:sldIdLst>
  <p:sldSz cx="12192000" cy="6858000"/>
  <p:notesSz cx="6743700" cy="98806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12" userDrawn="1">
          <p15:clr>
            <a:srgbClr val="A4A3A4"/>
          </p15:clr>
        </p15:guide>
        <p15:guide id="2" pos="212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B6101E-9CC8-81E0-EE9C-70B640CBCB13}" name="Sara-Marleen Kurilenko" initials="SMK" userId="S::Sara-Marleen.Kurilenko@deutschebahn.com::1c3b514d-66ed-4c39-978b-9c7af56e8bf1" providerId="AD"/>
  <p188:author id="{72005AC6-F2C9-7547-0807-8BEE5C08D732}" name="Anne-Kathrin Menger" initials="AKM" userId="S::Anne-Kathrin.Menger@deutschebahn.com::5f0538fe-4833-44f6-9c4b-9aad29e80a7b" providerId="AD"/>
  <p188:author id="{E2CC3BF9-4410-310F-53E6-6C4F26490BC7}" name="Thomas Wedel" initials="TW" userId="S::Thomas.Wedel@deutschebahn.com::cc0fa9a9-9482-4e32-b81c-0503936ac6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C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22"/>
    <p:restoredTop sz="94694"/>
  </p:normalViewPr>
  <p:slideViewPr>
    <p:cSldViewPr snapToGrid="0">
      <p:cViewPr varScale="1">
        <p:scale>
          <a:sx n="114" d="100"/>
          <a:sy n="114" d="100"/>
        </p:scale>
        <p:origin x="19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12"/>
        <p:guide pos="21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Heckmann" userId="c0d3cbe8-43fc-45ff-b673-51da1f819c50" providerId="ADAL" clId="{83632BD6-652D-0649-A79E-706D050ED156}"/>
    <pc:docChg chg="addSld">
      <pc:chgData name="Mark Heckmann" userId="c0d3cbe8-43fc-45ff-b673-51da1f819c50" providerId="ADAL" clId="{83632BD6-652D-0649-A79E-706D050ED156}" dt="2024-02-16T13:00:53.890" v="0" actId="680"/>
      <pc:docMkLst>
        <pc:docMk/>
      </pc:docMkLst>
      <pc:sldChg chg="new">
        <pc:chgData name="Mark Heckmann" userId="c0d3cbe8-43fc-45ff-b673-51da1f819c50" providerId="ADAL" clId="{83632BD6-652D-0649-A79E-706D050ED156}" dt="2024-02-16T13:00:53.890" v="0" actId="680"/>
        <pc:sldMkLst>
          <pc:docMk/>
          <pc:sldMk cId="3373453519" sldId="21348086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6E7386-D43A-4656-88C8-3A9BCA087F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27145" y="9384856"/>
            <a:ext cx="714994" cy="495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DE44D-4B77-4836-9946-DA3A945483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910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466725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4370" y="4045501"/>
            <a:ext cx="5394960" cy="5174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183600" lvl="0" indent="-183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Mastertextformat bearbeiten</a:t>
            </a:r>
          </a:p>
          <a:p>
            <a:pPr marL="360000" lvl="1" indent="-1764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Zweite Ebene</a:t>
            </a:r>
          </a:p>
          <a:p>
            <a:pPr marL="540000" lvl="2" indent="-183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Dritte Ebene</a:t>
            </a:r>
          </a:p>
          <a:p>
            <a:pPr marL="716400" lvl="3" indent="-1764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Vierte Ebene</a:t>
            </a:r>
          </a:p>
          <a:p>
            <a:pPr marL="900000" lvl="4" indent="-183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DB Sans" panose="020B0502050202020204" pitchFamily="34" charset="0"/>
              <a:buChar char="‒"/>
            </a:pPr>
            <a:r>
              <a:rPr lang="de-DE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069330" y="9384856"/>
            <a:ext cx="672809" cy="495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8B26E-90DD-4F75-9543-DF10C34D6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363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652" y="1600200"/>
            <a:ext cx="11240873" cy="2764904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652" y="4392005"/>
            <a:ext cx="11240873" cy="683654"/>
          </a:xfrm>
        </p:spPr>
        <p:txBody>
          <a:bodyPr/>
          <a:lstStyle>
            <a:lvl1pPr marL="0" indent="0" algn="l">
              <a:buNone/>
              <a:defRPr sz="3200"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652" y="5928611"/>
            <a:ext cx="11240873" cy="380709"/>
          </a:xfrm>
        </p:spPr>
        <p:txBody>
          <a:bodyPr/>
          <a:lstStyle>
            <a:lvl1pPr marL="0" indent="0">
              <a:buNone/>
              <a:defRPr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C45A34D-75DC-4BA7-88F8-5CBA85EE7F5A}"/>
              </a:ext>
            </a:extLst>
          </p:cNvPr>
          <p:cNvSpPr/>
          <p:nvPr userDrawn="1"/>
        </p:nvSpPr>
        <p:spPr>
          <a:xfrm>
            <a:off x="579652" y="546761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F7F215B-2B41-C3B4-CEF8-F440FC2B96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52" y="513294"/>
            <a:ext cx="3863773" cy="85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5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Rot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652" y="1600200"/>
            <a:ext cx="11240873" cy="2764904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652" y="4392005"/>
            <a:ext cx="11240873" cy="683654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652" y="5922000"/>
            <a:ext cx="11240873" cy="38070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C45A34D-75DC-4BA7-88F8-5CBA85EE7F5A}"/>
              </a:ext>
            </a:extLst>
          </p:cNvPr>
          <p:cNvSpPr/>
          <p:nvPr userDrawn="1"/>
        </p:nvSpPr>
        <p:spPr>
          <a:xfrm>
            <a:off x="579652" y="546761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2B1BD42-6E08-2A44-1A33-599D3FA4BD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52" y="513294"/>
            <a:ext cx="3863773" cy="85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, Logo Schwa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652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652" y="3609020"/>
            <a:ext cx="11240873" cy="756084"/>
          </a:xfrm>
        </p:spPr>
        <p:txBody>
          <a:bodyPr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652" y="4392005"/>
            <a:ext cx="11240873" cy="683654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652" y="5922000"/>
            <a:ext cx="11240873" cy="38070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203F2E67-B0D5-4D6C-96FC-F0566B3DB3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9652" y="513294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625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, Logo 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652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652" y="3609020"/>
            <a:ext cx="11240873" cy="756084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652" y="4392005"/>
            <a:ext cx="11240873" cy="683654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652" y="5922000"/>
            <a:ext cx="11240873" cy="38070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F62990-51FD-4371-0217-CEEA2BE8C4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9652" y="513294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662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, Logo Schwarz zentrie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PULS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5639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3609020"/>
            <a:ext cx="11449050" cy="756084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392005"/>
            <a:ext cx="11449050" cy="683654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5920896"/>
            <a:ext cx="11449051" cy="380709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39399880-9F04-4041-857C-3A730A3F57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64112" y="513294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623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, Logo Weiß zentrie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PULS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5639" y="5467612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3609020"/>
            <a:ext cx="11449050" cy="756084"/>
          </a:xfrm>
        </p:spPr>
        <p:txBody>
          <a:bodyPr anchor="b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392005"/>
            <a:ext cx="11449050" cy="683654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6" y="5920896"/>
            <a:ext cx="11449050" cy="380709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C7CCCB3-4C9E-4679-9D0E-6976C35D28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64112" y="513294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4986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Rahm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AA98A793-6334-4A93-A832-55E4A93AE2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46A6EC-3E05-4D6A-90AC-32BADE329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364" y="1073676"/>
            <a:ext cx="7309209" cy="5415664"/>
          </a:xfrm>
          <a:prstGeom prst="roundRect">
            <a:avLst>
              <a:gd name="adj" fmla="val 1200"/>
            </a:avLst>
          </a:prstGeom>
          <a:solidFill>
            <a:schemeClr val="bg1">
              <a:alpha val="80000"/>
            </a:schemeClr>
          </a:solidFill>
        </p:spPr>
        <p:txBody>
          <a:bodyPr lIns="360000" tIns="252000" rIns="252000" bIns="2232000" anchor="b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F6F306AD-528B-44F2-97F6-C1072B0EEA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299" y="5467615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B9821B-D7E4-454E-A8E2-C60C1507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299" y="4371454"/>
            <a:ext cx="6643241" cy="683654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7B272F-0A02-4556-8035-1AFBA70370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403" y="5922000"/>
            <a:ext cx="6661137" cy="38070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DB Head Light" panose="020B0302050202020204" pitchFamily="34" charset="0"/>
              </a:defRPr>
            </a:lvl1pPr>
          </a:lstStyle>
          <a:p>
            <a:pPr lvl="0"/>
            <a:r>
              <a:rPr lang="de-DE"/>
              <a:t>Datum | Ort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398F66B9-BCC0-498C-90EC-8CDC6A8B00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9298" y="1442767"/>
            <a:ext cx="3863773" cy="8531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905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96696"/>
            <a:ext cx="8857247" cy="86405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3E3042-2834-4DDC-A64E-0471DC6D1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916831"/>
            <a:ext cx="7920768" cy="4212507"/>
          </a:xfrm>
        </p:spPr>
        <p:txBody>
          <a:bodyPr/>
          <a:lstStyle>
            <a:lvl1pPr marL="895350" indent="-895350">
              <a:buClrTx/>
              <a:buFont typeface="+mj-lt"/>
              <a:buAutoNum type="arabicPeriod"/>
              <a:defRPr sz="3000">
                <a:solidFill>
                  <a:schemeClr val="tx1"/>
                </a:solidFill>
                <a:latin typeface="+mj-lt"/>
              </a:defRPr>
            </a:lvl1pPr>
            <a:lvl2pPr marL="1257300" indent="-355600">
              <a:defRPr sz="3000">
                <a:solidFill>
                  <a:schemeClr val="bg1"/>
                </a:solidFill>
                <a:latin typeface="+mj-lt"/>
              </a:defRPr>
            </a:lvl2pPr>
            <a:lvl3pPr>
              <a:defRPr sz="3000">
                <a:latin typeface="+mj-lt"/>
              </a:defRPr>
            </a:lvl3pPr>
            <a:lvl4pPr>
              <a:defRPr sz="3000">
                <a:latin typeface="+mj-lt"/>
              </a:defRPr>
            </a:lvl4pPr>
            <a:lvl5pPr>
              <a:defRPr sz="3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C21096-8319-E961-D73F-EBB16FE279A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</p:spTree>
    <p:extLst>
      <p:ext uri="{BB962C8B-B14F-4D97-AF65-F5344CB8AC3E}">
        <p14:creationId xmlns:p14="http://schemas.microsoft.com/office/powerpoint/2010/main" val="101281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sverzeichnis (Rot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8856000" cy="8640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3E3042-2834-4DDC-A64E-0471DC6D1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916831"/>
            <a:ext cx="7920768" cy="4212507"/>
          </a:xfrm>
        </p:spPr>
        <p:txBody>
          <a:bodyPr/>
          <a:lstStyle>
            <a:lvl1pPr marL="895350" indent="-895350">
              <a:buClrTx/>
              <a:buFont typeface="+mj-lt"/>
              <a:buAutoNum type="arabicPeriod"/>
              <a:defRPr sz="3000">
                <a:solidFill>
                  <a:schemeClr val="bg1"/>
                </a:solidFill>
                <a:latin typeface="+mj-lt"/>
              </a:defRPr>
            </a:lvl1pPr>
            <a:lvl2pPr marL="1257300" indent="-355600">
              <a:defRPr sz="3000">
                <a:solidFill>
                  <a:schemeClr val="bg1"/>
                </a:solidFill>
                <a:latin typeface="+mj-lt"/>
              </a:defRPr>
            </a:lvl2pPr>
            <a:lvl3pPr>
              <a:defRPr sz="3000">
                <a:latin typeface="+mj-lt"/>
              </a:defRPr>
            </a:lvl3pPr>
            <a:lvl4pPr>
              <a:defRPr sz="3000">
                <a:latin typeface="+mj-lt"/>
              </a:defRPr>
            </a:lvl4pPr>
            <a:lvl5pPr>
              <a:defRPr sz="3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652B2642-5C15-4995-AB93-CA337E09B1DB}"/>
              </a:ext>
            </a:extLst>
          </p:cNvPr>
          <p:cNvSpPr>
            <a:spLocks/>
          </p:cNvSpPr>
          <p:nvPr userDrawn="1"/>
        </p:nvSpPr>
        <p:spPr bwMode="auto">
          <a:xfrm>
            <a:off x="11293475" y="6469871"/>
            <a:ext cx="542925" cy="55563"/>
          </a:xfrm>
          <a:custGeom>
            <a:avLst/>
            <a:gdLst>
              <a:gd name="T0" fmla="*/ 3590 w 3779"/>
              <a:gd name="T1" fmla="*/ 377 h 377"/>
              <a:gd name="T2" fmla="*/ 3590 w 3779"/>
              <a:gd name="T3" fmla="*/ 377 h 377"/>
              <a:gd name="T4" fmla="*/ 188 w 3779"/>
              <a:gd name="T5" fmla="*/ 377 h 377"/>
              <a:gd name="T6" fmla="*/ 0 w 3779"/>
              <a:gd name="T7" fmla="*/ 188 h 377"/>
              <a:gd name="T8" fmla="*/ 188 w 3779"/>
              <a:gd name="T9" fmla="*/ 0 h 377"/>
              <a:gd name="T10" fmla="*/ 3590 w 3779"/>
              <a:gd name="T11" fmla="*/ 0 h 377"/>
              <a:gd name="T12" fmla="*/ 3779 w 3779"/>
              <a:gd name="T13" fmla="*/ 188 h 377"/>
              <a:gd name="T14" fmla="*/ 3590 w 3779"/>
              <a:gd name="T15" fmla="*/ 377 h 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779" h="377">
                <a:moveTo>
                  <a:pt x="3590" y="377"/>
                </a:moveTo>
                <a:lnTo>
                  <a:pt x="3590" y="377"/>
                </a:lnTo>
                <a:lnTo>
                  <a:pt x="188" y="377"/>
                </a:lnTo>
                <a:cubicBezTo>
                  <a:pt x="79" y="377"/>
                  <a:pt x="0" y="293"/>
                  <a:pt x="0" y="188"/>
                </a:cubicBezTo>
                <a:cubicBezTo>
                  <a:pt x="0" y="82"/>
                  <a:pt x="79" y="0"/>
                  <a:pt x="188" y="0"/>
                </a:cubicBezTo>
                <a:lnTo>
                  <a:pt x="3590" y="0"/>
                </a:lnTo>
                <a:cubicBezTo>
                  <a:pt x="3700" y="0"/>
                  <a:pt x="3779" y="82"/>
                  <a:pt x="3779" y="188"/>
                </a:cubicBezTo>
                <a:cubicBezTo>
                  <a:pt x="3779" y="293"/>
                  <a:pt x="3700" y="377"/>
                  <a:pt x="3590" y="377"/>
                </a:cubicBez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A4781C7-6ECF-2987-D9C9-ADB7D8617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8724" y="368561"/>
            <a:ext cx="1711800" cy="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9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sverzeichnis (Bild, Logo Schwa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E2BE1948-FCAB-44DC-8926-051C501145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8856000" cy="8640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DAC0F8B-4A4D-455D-8D50-154C31AA3B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3E3042-2834-4DDC-A64E-0471DC6D1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916831"/>
            <a:ext cx="7920768" cy="4212507"/>
          </a:xfrm>
        </p:spPr>
        <p:txBody>
          <a:bodyPr/>
          <a:lstStyle>
            <a:lvl1pPr marL="895350" indent="-895350">
              <a:buClrTx/>
              <a:buFont typeface="+mj-lt"/>
              <a:buAutoNum type="arabicPeriod"/>
              <a:defRPr sz="3000">
                <a:solidFill>
                  <a:schemeClr val="bg1"/>
                </a:solidFill>
                <a:latin typeface="+mj-lt"/>
              </a:defRPr>
            </a:lvl1pPr>
            <a:lvl2pPr marL="1257300" indent="-355600">
              <a:defRPr sz="3000">
                <a:solidFill>
                  <a:schemeClr val="bg1"/>
                </a:solidFill>
                <a:latin typeface="+mj-lt"/>
              </a:defRPr>
            </a:lvl2pPr>
            <a:lvl3pPr>
              <a:defRPr sz="3000">
                <a:latin typeface="+mj-lt"/>
              </a:defRPr>
            </a:lvl3pPr>
            <a:lvl4pPr>
              <a:defRPr sz="3000">
                <a:latin typeface="+mj-lt"/>
              </a:defRPr>
            </a:lvl4pPr>
            <a:lvl5pPr>
              <a:defRPr sz="3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2D674621-38C8-4B6A-9F38-4353461FF6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9810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sverzeichnis (Bild, Logo 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E2BE1948-FCAB-44DC-8926-051C501145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8856000" cy="8640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DAC0F8B-4A4D-455D-8D50-154C31AA3B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93E3042-2834-4DDC-A64E-0471DC6D18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916831"/>
            <a:ext cx="7920768" cy="4175993"/>
          </a:xfrm>
        </p:spPr>
        <p:txBody>
          <a:bodyPr/>
          <a:lstStyle>
            <a:lvl1pPr marL="895350" indent="-895350">
              <a:buClrTx/>
              <a:buFont typeface="+mj-lt"/>
              <a:buAutoNum type="arabicPeriod"/>
              <a:defRPr sz="3000">
                <a:solidFill>
                  <a:schemeClr val="bg1"/>
                </a:solidFill>
                <a:latin typeface="+mj-lt"/>
              </a:defRPr>
            </a:lvl1pPr>
            <a:lvl2pPr marL="1257300" indent="-355600">
              <a:defRPr sz="3000">
                <a:solidFill>
                  <a:schemeClr val="bg1"/>
                </a:solidFill>
                <a:latin typeface="+mj-lt"/>
              </a:defRPr>
            </a:lvl2pPr>
            <a:lvl3pPr>
              <a:defRPr sz="3000">
                <a:latin typeface="+mj-lt"/>
              </a:defRPr>
            </a:lvl3pPr>
            <a:lvl4pPr>
              <a:defRPr sz="3000">
                <a:latin typeface="+mj-lt"/>
              </a:defRPr>
            </a:lvl4pPr>
            <a:lvl5pPr>
              <a:defRPr sz="3000"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47426651-8C1F-4E8A-A2A0-313D93E5F7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8923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980728"/>
            <a:ext cx="11449050" cy="183620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3789041"/>
            <a:ext cx="5545137" cy="234029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4574D2F-0500-4A13-8529-ED82FC3897C9}"/>
              </a:ext>
            </a:extLst>
          </p:cNvPr>
          <p:cNvSpPr/>
          <p:nvPr userDrawn="1"/>
        </p:nvSpPr>
        <p:spPr>
          <a:xfrm>
            <a:off x="374776" y="3068960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5059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Bild, Logo Schwarz)">
    <p:bg>
      <p:bgPr>
        <a:solidFill>
          <a:schemeClr val="bg1">
            <a:lumMod val="75000"/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8EFF006-54B8-4823-B83A-1C9F7B6FA0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980728"/>
            <a:ext cx="11449050" cy="1836204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3789041"/>
            <a:ext cx="5545137" cy="2340298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B825A7-CC36-4592-BA09-A6FA6C29D8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776" y="3068960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27FFED9-1D10-457A-BB20-AF5C3651E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9CBF66AC-39B1-42D5-81C3-BAE45EE2EA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6515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(Bild, Logo Weiß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8EFF006-54B8-4823-B83A-1C9F7B6FA0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980728"/>
            <a:ext cx="11449050" cy="1836204"/>
          </a:xfrm>
        </p:spPr>
        <p:txBody>
          <a:bodyPr anchor="b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3789041"/>
            <a:ext cx="5545137" cy="234029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B825A7-CC36-4592-BA09-A6FA6C29D8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4776" y="3068960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27FFED9-1D10-457A-BB20-AF5C3651E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365ECB0E-4B1C-49BA-98BA-2E4E716F86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2931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3CB751F-9E6E-4899-A573-910F22F0D8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5" y="1449388"/>
            <a:ext cx="11449049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44823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mp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9495950" cy="57706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 dirty="0"/>
              <a:t>DB </a:t>
            </a:r>
            <a:r>
              <a:rPr lang="de-DE" dirty="0" err="1"/>
              <a:t>InfraGO</a:t>
            </a:r>
            <a:r>
              <a:rPr lang="de-DE" dirty="0"/>
              <a:t>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Inhaltsplatzhalter">
            <a:extLst>
              <a:ext uri="{FF2B5EF4-FFF2-40B4-BE49-F238E27FC236}">
                <a16:creationId xmlns:a16="http://schemas.microsoft.com/office/drawing/2014/main" id="{43CB751F-9E6E-4899-A573-910F22F0D8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5" y="1449388"/>
            <a:ext cx="11449049" cy="46799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Untertitel">
            <a:extLst>
              <a:ext uri="{FF2B5EF4-FFF2-40B4-BE49-F238E27FC236}">
                <a16:creationId xmlns:a16="http://schemas.microsoft.com/office/drawing/2014/main" id="{AD93F8A4-95A6-9D76-B815-5EC70C55E0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924053"/>
            <a:ext cx="9496425" cy="4635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endParaRPr lang="de-DE" dirty="0"/>
          </a:p>
        </p:txBody>
      </p:sp>
      <p:sp>
        <p:nvSpPr>
          <p:cNvPr id="9" name="Infozeile">
            <a:extLst>
              <a:ext uri="{FF2B5EF4-FFF2-40B4-BE49-F238E27FC236}">
                <a16:creationId xmlns:a16="http://schemas.microsoft.com/office/drawing/2014/main" id="{A105D532-F74C-A131-61EB-FD66FD6908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4" y="6241494"/>
            <a:ext cx="9107806" cy="296106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145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98887A16-E540-417F-AEC5-F4B0FFDF4A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1475" y="1449388"/>
            <a:ext cx="5545138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Inhaltsplatzhalter 8">
            <a:extLst>
              <a:ext uri="{FF2B5EF4-FFF2-40B4-BE49-F238E27FC236}">
                <a16:creationId xmlns:a16="http://schemas.microsoft.com/office/drawing/2014/main" id="{73A4453B-BB6A-434B-9D58-17979C3C6A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75387" y="1449388"/>
            <a:ext cx="5545138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0593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link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E8E2C43-FDD0-456E-A273-CCBA60D849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1449388"/>
            <a:ext cx="5923409" cy="5408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E5B13E-F925-44FA-A8D7-2CB14BB0A1B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5388" y="1449388"/>
            <a:ext cx="5545137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89857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(rech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E8E2C43-FDD0-456E-A273-CCBA60D849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5388" y="1449388"/>
            <a:ext cx="5916612" cy="540861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E5B13E-F925-44FA-A8D7-2CB14BB0A1B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8272" y="1449388"/>
            <a:ext cx="5545137" cy="4679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8E205B2A-24B4-4B2B-B293-149CBCB8D4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39854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it Titel (Logo Schwarz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E63F0EF0-6751-42DD-8EAD-C8E847AA5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0B07DB40-DBD6-4EA1-8E67-8EA03178A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2ACBF4-EBE4-4F98-8E18-5619C05F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D1D1ADD7-19FC-466D-A511-110F40BCAB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3439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it Titel (Logo 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E63F0EF0-6751-42DD-8EAD-C8E847AA5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0B07DB40-DBD6-4EA1-8E67-8EA03178A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2ACBF4-EBE4-4F98-8E18-5619C05FB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A3AE5124-05FF-4DFE-9C68-573E13080C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03340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5678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(Grau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39804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86CD97-5D9A-4DD7-8FA9-F028A03B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000000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5940B9-9206-49A7-9C4C-F7D53450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609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(Logo Rot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E63F0EF0-6751-42DD-8EAD-C8E847AA5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027" y="6538648"/>
            <a:ext cx="520498" cy="2160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0B07DB40-DBD6-4EA1-8E67-8EA03178A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23A1144C-097B-48B5-A5B0-A4ECB476BA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2096852"/>
            <a:ext cx="11521677" cy="1231349"/>
          </a:xfrm>
        </p:spPr>
        <p:txBody>
          <a:bodyPr/>
          <a:lstStyle>
            <a:lvl1pPr marL="0" indent="0">
              <a:buNone/>
              <a:defRPr sz="8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Statement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BA9AD80-CF1D-49CF-9F8B-682E191E79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55632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(Logo Weiß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E63F0EF0-6751-42DD-8EAD-C8E847AA5F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0B07DB40-DBD6-4EA1-8E67-8EA03178A6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23A1144C-097B-48B5-A5B0-A4ECB476BA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963" y="2096852"/>
            <a:ext cx="11521677" cy="1231349"/>
          </a:xfrm>
        </p:spPr>
        <p:txBody>
          <a:bodyPr/>
          <a:lstStyle>
            <a:lvl1pPr marL="0" indent="0">
              <a:buNone/>
              <a:defRPr sz="8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Statement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61896D1F-0347-4A0D-AD18-573DFF98C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de-DE" sz="1000" dirty="0">
                <a:solidFill>
                  <a:schemeClr val="bg1"/>
                </a:solidFill>
              </a:defRPr>
            </a:lvl1pPr>
          </a:lstStyle>
          <a:p>
            <a:pPr marL="182563" lvl="0" indent="-182563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31835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Logo Ro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edienplatzhalter 4">
            <a:extLst>
              <a:ext uri="{FF2B5EF4-FFF2-40B4-BE49-F238E27FC236}">
                <a16:creationId xmlns:a16="http://schemas.microsoft.com/office/drawing/2014/main" id="{3348C025-EC14-4E25-AA69-4FBB23BF31B0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Mediaclip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solidFill>
            <a:schemeClr val="tx1">
              <a:alpha val="30000"/>
            </a:schemeClr>
          </a:solidFill>
        </p:spPr>
        <p:txBody>
          <a:bodyPr lIns="324000" tIns="324000" rIns="324000" bIns="241200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5208436"/>
            <a:ext cx="11449050" cy="935487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B825A7-CC36-4592-BA09-A6FA6C29D8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6313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27FFED9-1D10-457A-BB20-AF5C3651E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463EE55D-A15C-4854-B441-7F0B261C62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de-DE" sz="1000" dirty="0">
                <a:solidFill>
                  <a:schemeClr val="bg1"/>
                </a:solidFill>
              </a:defRPr>
            </a:lvl1pPr>
          </a:lstStyle>
          <a:p>
            <a:pPr marL="182563" lvl="0" indent="-182563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7869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 (Logo Wei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edienplatzhalter 4">
            <a:extLst>
              <a:ext uri="{FF2B5EF4-FFF2-40B4-BE49-F238E27FC236}">
                <a16:creationId xmlns:a16="http://schemas.microsoft.com/office/drawing/2014/main" id="{3348C025-EC14-4E25-AA69-4FBB23BF31B0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Mediaclip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E10FB-DB28-4159-ABFD-2E84010A9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solidFill>
            <a:schemeClr val="tx1">
              <a:alpha val="30000"/>
            </a:schemeClr>
          </a:solidFill>
        </p:spPr>
        <p:txBody>
          <a:bodyPr lIns="324000" tIns="324000" rIns="324000" bIns="2412000"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38E46-C847-44FA-A5BC-C63FF58B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4D224-C30D-405E-A5EE-0DB17C1D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19DF05F-72AD-4B24-A27F-095169952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475" y="5208436"/>
            <a:ext cx="11449050" cy="935486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9B825A7-CC36-4592-BA09-A6FA6C29D8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6313" y="4905164"/>
            <a:ext cx="1220724" cy="1216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27FFED9-1D10-457A-BB20-AF5C3651EB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3938C865-AF38-4303-A4E7-9ACD97451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9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e (Bild)">
    <p:bg>
      <p:bgPr>
        <a:solidFill>
          <a:schemeClr val="tx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0">
            <a:extLst>
              <a:ext uri="{FF2B5EF4-FFF2-40B4-BE49-F238E27FC236}">
                <a16:creationId xmlns:a16="http://schemas.microsoft.com/office/drawing/2014/main" id="{88E6BB85-2CD9-4C46-9692-3B22C74A13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1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436127"/>
            <a:ext cx="11449050" cy="3693211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743925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Ende (Rot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436127"/>
            <a:ext cx="11449050" cy="3693211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80186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asyBackground_Agenda">
            <a:extLst>
              <a:ext uri="{FF2B5EF4-FFF2-40B4-BE49-F238E27FC236}">
                <a16:creationId xmlns:a16="http://schemas.microsoft.com/office/drawing/2014/main" id="{8146BF48-57DA-42E4-B3E4-E67A859C6AB5}"/>
              </a:ext>
            </a:extLst>
          </p:cNvPr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5B94DD2-B5F5-4C54-B070-51A7824E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45B80E-FA5E-4414-8A23-82CAB8E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537600"/>
            <a:ext cx="10602902" cy="216024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mtClean="0">
                <a:solidFill>
                  <a:srgbClr val="FFFFFF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1E907B-F3FD-4F7E-979E-473985CA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DAC0F8B-4A4D-455D-8D50-154C31AA3B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7836" y="6475761"/>
            <a:ext cx="532800" cy="54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  <a:lvl2pPr marL="271456" indent="0">
              <a:buNone/>
              <a:defRPr/>
            </a:lvl2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0883676-EF05-48A6-913D-5F031336D2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08724" y="368561"/>
            <a:ext cx="1711800" cy="3780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026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e (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enplatzhalter 4">
            <a:extLst>
              <a:ext uri="{FF2B5EF4-FFF2-40B4-BE49-F238E27FC236}">
                <a16:creationId xmlns:a16="http://schemas.microsoft.com/office/drawing/2014/main" id="{F620A319-D564-4D18-92D7-8995EC1B261E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Mediaclip durch Klicken auf Symbol hinzufügen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11586949-1E99-4A43-99E8-BFF2DE8AE5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6748" y="2420887"/>
            <a:ext cx="8218501" cy="1814811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507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7DB810-CDF5-41AC-8E51-9EBC8EC0B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96696"/>
            <a:ext cx="9495950" cy="8640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AE7966-514A-4D81-97FD-6AD3A07C8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449388"/>
            <a:ext cx="11449051" cy="46799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C0766E-DEEA-4949-912D-67F535F0E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1475" y="6537600"/>
            <a:ext cx="10602902" cy="21602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/>
              <a:t>DB InfraGO AG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74309D-71AA-45D4-974A-6D58CB176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027" y="6538648"/>
            <a:ext cx="520498" cy="21602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913D9F7D-0C28-4C21-AA99-7C67E34F632A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DE7FD38-4C24-1C44-B92F-B053B9DC1D6B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200" y="6472800"/>
            <a:ext cx="540000" cy="5342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D10EF4A-3A57-045A-D6DD-351B16CF50B0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108724" y="368561"/>
            <a:ext cx="1711800" cy="3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2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5" r:id="rId3"/>
    <p:sldLayoutId id="2147483661" r:id="rId4"/>
    <p:sldLayoutId id="2147483692" r:id="rId5"/>
    <p:sldLayoutId id="2147483691" r:id="rId6"/>
    <p:sldLayoutId id="2147483663" r:id="rId7"/>
    <p:sldLayoutId id="2147483681" r:id="rId8"/>
    <p:sldLayoutId id="2147483680" r:id="rId9"/>
    <p:sldLayoutId id="2147483666" r:id="rId10"/>
    <p:sldLayoutId id="2147483682" r:id="rId11"/>
    <p:sldLayoutId id="2147483664" r:id="rId12"/>
    <p:sldLayoutId id="2147483665" r:id="rId13"/>
    <p:sldLayoutId id="2147483679" r:id="rId14"/>
    <p:sldLayoutId id="2147483650" r:id="rId15"/>
    <p:sldLayoutId id="2147483694" r:id="rId16"/>
    <p:sldLayoutId id="2147483673" r:id="rId17"/>
    <p:sldLayoutId id="2147483685" r:id="rId18"/>
    <p:sldLayoutId id="2147483674" r:id="rId19"/>
    <p:sldLayoutId id="2147483677" r:id="rId20"/>
    <p:sldLayoutId id="2147483668" r:id="rId21"/>
    <p:sldLayoutId id="2147483654" r:id="rId22"/>
    <p:sldLayoutId id="2147483670" r:id="rId23"/>
    <p:sldLayoutId id="2147483655" r:id="rId24"/>
    <p:sldLayoutId id="2147483669" r:id="rId25"/>
    <p:sldLayoutId id="2147483676" r:id="rId26"/>
    <p:sldLayoutId id="2147483667" r:id="rId27"/>
    <p:sldLayoutId id="2147483678" r:id="rId28"/>
    <p:sldLayoutId id="2147483658" r:id="rId29"/>
    <p:sldLayoutId id="2147483657" r:id="rId30"/>
    <p:sldLayoutId id="2147483693" r:id="rId31"/>
    <p:sldLayoutId id="2147483660" r:id="rId3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3600" indent="-1836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764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36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16400" indent="-1764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3600" algn="l" defTabSz="914400" rtl="0" eaLnBrk="1" latinLnBrk="0" hangingPunct="1">
        <a:lnSpc>
          <a:spcPct val="100000"/>
        </a:lnSpc>
        <a:spcBef>
          <a:spcPts val="0"/>
        </a:spcBef>
        <a:buClr>
          <a:schemeClr val="accent2"/>
        </a:buClr>
        <a:buFont typeface="DB Sans" panose="020B050205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7" pos="3727" userDrawn="1">
          <p15:clr>
            <a:srgbClr val="F26B43"/>
          </p15:clr>
        </p15:guide>
        <p15:guide id="8" pos="3953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0" orient="horz" pos="3861" userDrawn="1">
          <p15:clr>
            <a:srgbClr val="F26B43"/>
          </p15:clr>
        </p15:guide>
        <p15:guide id="11" pos="2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006CE-39DD-2DFA-D511-920C12C3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Überschrift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4B4D018-F217-9201-0414-AA8AB019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545963-C7F2-8680-D59E-F203E6A7F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436925"/>
            <a:ext cx="6622178" cy="4212507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Textbox</a:t>
            </a:r>
            <a:r>
              <a:rPr lang="de-DE" dirty="0"/>
              <a:t> </a:t>
            </a:r>
            <a:r>
              <a:rPr lang="de-DE" dirty="0">
                <a:solidFill>
                  <a:srgbClr val="00B0F0"/>
                </a:solidFill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und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und </a:t>
            </a:r>
            <a:r>
              <a:rPr lang="de-DE" sz="2000" dirty="0"/>
              <a:t>{</a:t>
            </a:r>
            <a:r>
              <a:rPr lang="de-DE" dirty="0"/>
              <a:t>1}</a:t>
            </a:r>
          </a:p>
          <a:p>
            <a:pPr marL="0" indent="0">
              <a:buNone/>
            </a:pPr>
            <a:r>
              <a:rPr lang="de-DE" dirty="0"/>
              <a:t>XXX {1} XXX</a:t>
            </a: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dirty="0">
                <a:solidFill>
                  <a:schemeClr val="accent2"/>
                </a:solidFill>
                <a:highlight>
                  <a:srgbClr val="FFFF00"/>
                </a:highlight>
              </a:rPr>
              <a:t>{</a:t>
            </a:r>
            <a:r>
              <a:rPr lang="de-DE" dirty="0"/>
              <a:t>1}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sz="1000" dirty="0"/>
              <a:t>{</a:t>
            </a:r>
            <a:r>
              <a:rPr lang="de-DE" dirty="0"/>
              <a:t>1} XXX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Textbox</a:t>
            </a:r>
            <a:r>
              <a:rPr lang="de-DE" dirty="0"/>
              <a:t> </a:t>
            </a:r>
            <a:r>
              <a:rPr lang="de-DE" dirty="0">
                <a:solidFill>
                  <a:srgbClr val="00B0F0"/>
                </a:solidFill>
              </a:rPr>
              <a:t>@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@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sz="2000" dirty="0"/>
              <a:t>@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XXX @ XXX</a:t>
            </a: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dirty="0">
                <a:solidFill>
                  <a:schemeClr val="accent2"/>
                </a:solidFill>
                <a:highlight>
                  <a:srgbClr val="FFFF00"/>
                </a:highlight>
              </a:rPr>
              <a:t>@</a:t>
            </a:r>
            <a:r>
              <a:rPr lang="de-DE" dirty="0"/>
              <a:t>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sz="1000" dirty="0"/>
              <a:t>@</a:t>
            </a:r>
            <a:r>
              <a:rPr lang="de-DE" dirty="0"/>
              <a:t> XXX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448B4A-BE81-26C0-7B3F-A56ECCE773F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DB InfraGO AG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B675963-4EDA-DFD4-8AF2-2945BDF816CF}"/>
              </a:ext>
            </a:extLst>
          </p:cNvPr>
          <p:cNvSpPr/>
          <p:nvPr/>
        </p:nvSpPr>
        <p:spPr>
          <a:xfrm>
            <a:off x="8164286" y="2046514"/>
            <a:ext cx="3494314" cy="42125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Shape grau 2 {1}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2602807-4D65-1FC3-0D39-F648A7165D4F}"/>
              </a:ext>
            </a:extLst>
          </p:cNvPr>
          <p:cNvSpPr/>
          <p:nvPr/>
        </p:nvSpPr>
        <p:spPr>
          <a:xfrm>
            <a:off x="3406390" y="4882665"/>
            <a:ext cx="4310743" cy="13763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Shape grau 1 {1}</a:t>
            </a:r>
          </a:p>
        </p:txBody>
      </p:sp>
    </p:spTree>
    <p:extLst>
      <p:ext uri="{BB962C8B-B14F-4D97-AF65-F5344CB8AC3E}">
        <p14:creationId xmlns:p14="http://schemas.microsoft.com/office/powerpoint/2010/main" val="126069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006CE-39DD-2DFA-D511-920C12C3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Eine Überschrift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4B4D018-F217-9201-0414-AA8AB019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D9F7D-0C28-4C21-AA99-7C67E34F632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545963-C7F2-8680-D59E-F203E6A7F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475" y="1436925"/>
            <a:ext cx="6622178" cy="4212507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Textbox</a:t>
            </a:r>
            <a:r>
              <a:rPr lang="de-DE" dirty="0"/>
              <a:t> </a:t>
            </a:r>
            <a:r>
              <a:rPr lang="de-DE" dirty="0">
                <a:solidFill>
                  <a:srgbClr val="00B0F0"/>
                </a:solidFill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und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und </a:t>
            </a:r>
            <a:r>
              <a:rPr lang="de-DE" sz="2000" dirty="0"/>
              <a:t>{</a:t>
            </a:r>
            <a:r>
              <a:rPr lang="de-DE" dirty="0"/>
              <a:t>1}</a:t>
            </a:r>
          </a:p>
          <a:p>
            <a:pPr marL="0" indent="0">
              <a:buNone/>
            </a:pPr>
            <a:r>
              <a:rPr lang="de-DE" dirty="0"/>
              <a:t>XXX {1} XXX</a:t>
            </a: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dirty="0">
                <a:solidFill>
                  <a:schemeClr val="accent2"/>
                </a:solidFill>
                <a:highlight>
                  <a:srgbClr val="FFFF00"/>
                </a:highlight>
              </a:rPr>
              <a:t>{</a:t>
            </a:r>
            <a:r>
              <a:rPr lang="de-DE" dirty="0"/>
              <a:t>1}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sz="1000" dirty="0"/>
              <a:t>{</a:t>
            </a:r>
            <a:r>
              <a:rPr lang="de-DE" dirty="0"/>
              <a:t>1} XXX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Textbox</a:t>
            </a:r>
            <a:r>
              <a:rPr lang="de-DE" dirty="0"/>
              <a:t> </a:t>
            </a:r>
            <a:r>
              <a:rPr lang="de-DE" dirty="0">
                <a:solidFill>
                  <a:srgbClr val="00B0F0"/>
                </a:solidFill>
              </a:rPr>
              <a:t>@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@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und </a:t>
            </a:r>
            <a:r>
              <a:rPr lang="de-DE" sz="2000" dirty="0"/>
              <a:t>@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XXX @ XXX</a:t>
            </a: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dirty="0">
                <a:solidFill>
                  <a:schemeClr val="accent2"/>
                </a:solidFill>
                <a:highlight>
                  <a:srgbClr val="FFFF00"/>
                </a:highlight>
              </a:rPr>
              <a:t>@</a:t>
            </a:r>
            <a:r>
              <a:rPr lang="de-DE" dirty="0"/>
              <a:t>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de-DE" dirty="0"/>
              <a:t>XXX </a:t>
            </a:r>
            <a:r>
              <a:rPr lang="de-DE" sz="1000" dirty="0"/>
              <a:t>@</a:t>
            </a:r>
            <a:r>
              <a:rPr lang="de-DE" dirty="0"/>
              <a:t> XXX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448B4A-BE81-26C0-7B3F-A56ECCE773F7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/>
              <a:t>DB InfraGO AG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B675963-4EDA-DFD4-8AF2-2945BDF816CF}"/>
              </a:ext>
            </a:extLst>
          </p:cNvPr>
          <p:cNvSpPr/>
          <p:nvPr/>
        </p:nvSpPr>
        <p:spPr>
          <a:xfrm>
            <a:off x="8164286" y="2046514"/>
            <a:ext cx="3494314" cy="42125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Shape grau 2 {1}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2602807-4D65-1FC3-0D39-F648A7165D4F}"/>
              </a:ext>
            </a:extLst>
          </p:cNvPr>
          <p:cNvSpPr/>
          <p:nvPr/>
        </p:nvSpPr>
        <p:spPr>
          <a:xfrm>
            <a:off x="3406390" y="4882665"/>
            <a:ext cx="4310743" cy="13763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Shape grau 1 {1}</a:t>
            </a:r>
          </a:p>
        </p:txBody>
      </p:sp>
    </p:spTree>
    <p:extLst>
      <p:ext uri="{BB962C8B-B14F-4D97-AF65-F5344CB8AC3E}">
        <p14:creationId xmlns:p14="http://schemas.microsoft.com/office/powerpoint/2010/main" val="19427463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ASYMASTER" val="DB 16_9"/>
</p:tagLst>
</file>

<file path=ppt/theme/theme1.xml><?xml version="1.0" encoding="utf-8"?>
<a:theme xmlns:a="http://schemas.openxmlformats.org/drawingml/2006/main" name="DB">
  <a:themeElements>
    <a:clrScheme name="DB Farben">
      <a:dk1>
        <a:sysClr val="windowText" lastClr="000000"/>
      </a:dk1>
      <a:lt1>
        <a:sysClr val="window" lastClr="FFFFFF"/>
      </a:lt1>
      <a:dk2>
        <a:srgbClr val="000000"/>
      </a:dk2>
      <a:lt2>
        <a:srgbClr val="878C96"/>
      </a:lt2>
      <a:accent1>
        <a:srgbClr val="D7DCE1"/>
      </a:accent1>
      <a:accent2>
        <a:srgbClr val="EC0016"/>
      </a:accent2>
      <a:accent3>
        <a:srgbClr val="F0F3F5"/>
      </a:accent3>
      <a:accent4>
        <a:srgbClr val="AFB4BB"/>
      </a:accent4>
      <a:accent5>
        <a:srgbClr val="3C414B"/>
      </a:accent5>
      <a:accent6>
        <a:srgbClr val="F0F3F5"/>
      </a:accent6>
      <a:hlink>
        <a:srgbClr val="3C414B"/>
      </a:hlink>
      <a:folHlink>
        <a:srgbClr val="878C96"/>
      </a:folHlink>
    </a:clrScheme>
    <a:fontScheme name="Benutzerdefiniert 104">
      <a:majorFont>
        <a:latin typeface="DB Head Black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72000" tIns="72000" rIns="72000" bIns="72000" rtlCol="0" anchor="ctr"/>
      <a:lstStyle>
        <a:defPPr algn="ctr">
          <a:buClr>
            <a:schemeClr val="accent2"/>
          </a:buClr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AFB4B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180975" indent="-180975" algn="l">
          <a:buClr>
            <a:schemeClr val="accent2"/>
          </a:buClr>
          <a:buFont typeface="DB Sans" panose="020B0502050202020204" pitchFamily="34" charset="0"/>
          <a:buChar char="‒"/>
          <a:defRPr sz="1600" dirty="0" err="1" smtClean="0"/>
        </a:defPPr>
      </a:lstStyle>
    </a:txDef>
  </a:objectDefaults>
  <a:extraClrSchemeLst/>
  <a:custClrLst>
    <a:custClr name="Yellow 700">
      <a:srgbClr val="FF9B00"/>
    </a:custClr>
    <a:custClr name="Orange 700">
      <a:srgbClr val="C05E00"/>
    </a:custClr>
    <a:custClr name="Red 700">
      <a:srgbClr val="9B000E"/>
    </a:custClr>
    <a:custClr name="Burgundy 700">
      <a:srgbClr val="641E32"/>
    </a:custClr>
    <a:custClr name="Pink 700">
      <a:srgbClr val="B80065"/>
    </a:custClr>
    <a:custClr name="Violett 700">
      <a:srgbClr val="581D70"/>
    </a:custClr>
    <a:custClr name="Blue 700">
      <a:srgbClr val="0A1E6E"/>
    </a:custClr>
    <a:custClr name="Cyan 700">
      <a:srgbClr val="006A96"/>
    </a:custClr>
    <a:custClr name="Turquiose 700">
      <a:srgbClr val="006E6B"/>
    </a:custClr>
    <a:custClr name="Green 700">
      <a:srgbClr val="165C27"/>
    </a:custClr>
    <a:custClr name="Yellow 500">
      <a:srgbClr val="FFD800"/>
    </a:custClr>
    <a:custClr name="Orange 500">
      <a:srgbClr val="F39200"/>
    </a:custClr>
    <a:custClr name="Red 500">
      <a:srgbClr val="EC0016"/>
    </a:custClr>
    <a:custClr name="Burgundy 500">
      <a:srgbClr val="A9455D"/>
    </a:custClr>
    <a:custClr name="Pink 500">
      <a:srgbClr val="E93E8F"/>
    </a:custClr>
    <a:custClr name="Violett 500">
      <a:srgbClr val="814997"/>
    </a:custClr>
    <a:custClr name="Blue 500">
      <a:srgbClr val="1455C0"/>
    </a:custClr>
    <a:custClr name="Cyan 500">
      <a:srgbClr val="309FD1"/>
    </a:custClr>
    <a:custClr name="Turquiose 500">
      <a:srgbClr val="00A099"/>
    </a:custClr>
    <a:custClr name="Green 500">
      <a:srgbClr val="408335"/>
    </a:custClr>
    <a:custClr name="Yellow 300">
      <a:srgbClr val="FFF876"/>
    </a:custClr>
    <a:custClr name="Orange 300">
      <a:srgbClr val="FACA7F"/>
    </a:custClr>
    <a:custClr name="Red 300">
      <a:srgbClr val="FA9090"/>
    </a:custClr>
    <a:custClr name="Burgundy 300">
      <a:srgbClr val="DA9AA8"/>
    </a:custClr>
    <a:custClr name="Pink 300">
      <a:srgbClr val="F4AECE"/>
    </a:custClr>
    <a:custClr name="Violett 300">
      <a:srgbClr val="C2A1C7"/>
    </a:custClr>
    <a:custClr name="Blue 300">
      <a:srgbClr val="73AEF4"/>
    </a:custClr>
    <a:custClr name="Cyan 300">
      <a:srgbClr val="84CFEF"/>
    </a:custClr>
    <a:custClr name="Turquiose 300">
      <a:srgbClr val="83CACA"/>
    </a:custClr>
    <a:custClr name="Green 300">
      <a:srgbClr val="8CBC80"/>
    </a:custClr>
    <a:custClr name="Yellow 100">
      <a:srgbClr val="FFFFDC"/>
    </a:custClr>
    <a:custClr name="Orange 100">
      <a:srgbClr val="FFF4D8"/>
    </a:custClr>
    <a:custClr name="Red 100">
      <a:srgbClr val="FEE6E6"/>
    </a:custClr>
    <a:custClr name="Burgundy 100">
      <a:srgbClr val="F4E8ED"/>
    </a:custClr>
    <a:custClr name="Pink 100">
      <a:srgbClr val="FDEEF8"/>
    </a:custClr>
    <a:custClr name="Violett 100">
      <a:srgbClr val="F4EEFA"/>
    </a:custClr>
    <a:custClr name="Blue 100">
      <a:srgbClr val="E0EFFB"/>
    </a:custClr>
    <a:custClr name="Cyan 100">
      <a:srgbClr val="E5FAFF"/>
    </a:custClr>
    <a:custClr name="Turquiose 100">
      <a:srgbClr val="E3F5F4"/>
    </a:custClr>
    <a:custClr name="Green 100">
      <a:srgbClr val="E2F3E5"/>
    </a:custClr>
    <a:custClr name="Light Green 700">
      <a:srgbClr val="44741A"/>
    </a:custClr>
    <a:custClr name="Light Green 500">
      <a:srgbClr val="63A615"/>
    </a:custClr>
    <a:custClr name="Light Green 300">
      <a:srgbClr val="9FD45F"/>
    </a:custClr>
    <a:custClr name="Light Green 100">
      <a:srgbClr val="EBF7DD"/>
    </a:custClr>
    <a:custClr name="Warm Grey 700">
      <a:srgbClr val="4F4B41"/>
    </a:custClr>
    <a:custClr name="Warm Grey 500">
      <a:srgbClr val="858379"/>
    </a:custClr>
    <a:custClr name="Warm Grey 300">
      <a:srgbClr val="BCBBB2"/>
    </a:custClr>
    <a:custClr name="Warm Grey 100">
      <a:srgbClr val="F5F4F1"/>
    </a:custClr>
    <a:custClr name="Black">
      <a:srgbClr val="000000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DB InfraGO_16_9.potx" id="{E8F5190A-B526-489E-8B03-87742B251684}" vid="{D36373E9-EEC7-4F2F-A9C1-E0B37F07CD6A}"/>
    </a:ext>
  </a:extLst>
</a:theme>
</file>

<file path=ppt/theme/theme2.xml><?xml version="1.0" encoding="utf-8"?>
<a:theme xmlns:a="http://schemas.openxmlformats.org/drawingml/2006/main" name="Office">
  <a:themeElements>
    <a:clrScheme name="DB KONZERN 2022">
      <a:dk1>
        <a:sysClr val="windowText" lastClr="000000"/>
      </a:dk1>
      <a:lt1>
        <a:sysClr val="window" lastClr="FFFFFF"/>
      </a:lt1>
      <a:dk2>
        <a:srgbClr val="000000"/>
      </a:dk2>
      <a:lt2>
        <a:srgbClr val="878C96"/>
      </a:lt2>
      <a:accent1>
        <a:srgbClr val="D7DCE1"/>
      </a:accent1>
      <a:accent2>
        <a:srgbClr val="EC0016"/>
      </a:accent2>
      <a:accent3>
        <a:srgbClr val="F0F3F5"/>
      </a:accent3>
      <a:accent4>
        <a:srgbClr val="AFB4BB"/>
      </a:accent4>
      <a:accent5>
        <a:srgbClr val="3C414B"/>
      </a:accent5>
      <a:accent6>
        <a:srgbClr val="F0F3F5"/>
      </a:accent6>
      <a:hlink>
        <a:srgbClr val="3C414B"/>
      </a:hlink>
      <a:folHlink>
        <a:srgbClr val="878C96"/>
      </a:folHlink>
    </a:clrScheme>
    <a:fontScheme name="DB KONZERN 2022">
      <a:majorFont>
        <a:latin typeface="DB Head Black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DB KONZERN 2022">
      <a:dk1>
        <a:sysClr val="windowText" lastClr="000000"/>
      </a:dk1>
      <a:lt1>
        <a:sysClr val="window" lastClr="FFFFFF"/>
      </a:lt1>
      <a:dk2>
        <a:srgbClr val="000000"/>
      </a:dk2>
      <a:lt2>
        <a:srgbClr val="878C96"/>
      </a:lt2>
      <a:accent1>
        <a:srgbClr val="D7DCE1"/>
      </a:accent1>
      <a:accent2>
        <a:srgbClr val="EC0016"/>
      </a:accent2>
      <a:accent3>
        <a:srgbClr val="F0F3F5"/>
      </a:accent3>
      <a:accent4>
        <a:srgbClr val="AFB4BB"/>
      </a:accent4>
      <a:accent5>
        <a:srgbClr val="3C414B"/>
      </a:accent5>
      <a:accent6>
        <a:srgbClr val="F0F3F5"/>
      </a:accent6>
      <a:hlink>
        <a:srgbClr val="3C414B"/>
      </a:hlink>
      <a:folHlink>
        <a:srgbClr val="878C96"/>
      </a:folHlink>
    </a:clrScheme>
    <a:fontScheme name="DB KONZERN 2022">
      <a:majorFont>
        <a:latin typeface="DB Head Black"/>
        <a:ea typeface=""/>
        <a:cs typeface=""/>
      </a:majorFont>
      <a:minorFont>
        <a:latin typeface="DB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d25953-9ef3-4c52-aaa1-399242d140cc">
      <Terms xmlns="http://schemas.microsoft.com/office/infopath/2007/PartnerControls"/>
    </lcf76f155ced4ddcb4097134ff3c332f>
    <TaxCatchAll xmlns="b2540627-7947-42d4-9a4a-9a1b60a3f68e" xsi:nil="true"/>
    <SharedWithUsers xmlns="b2540627-7947-42d4-9a4a-9a1b60a3f68e">
      <UserInfo>
        <DisplayName>SharingLinks.7a5b9c18-bd6e-4bcc-95c6-d78c8e152992.Flexible.075c2d6d-c081-4466-9130-da5b9b2d8c5c</DisplayName>
        <AccountId>1555</AccountId>
        <AccountType/>
      </UserInfo>
      <UserInfo>
        <DisplayName>SharingLinks.17f3c12e-01e7-4fe0-8e2f-eb7a3585041a.OrganizationEdit.89ab4548-fc19-4299-a137-2cbdbdb6ffeb</DisplayName>
        <AccountId>1703</AccountId>
        <AccountType/>
      </UserInfo>
      <UserInfo>
        <DisplayName>Julia Bozzola</DisplayName>
        <AccountId>1705</AccountId>
        <AccountType/>
      </UserInfo>
      <UserInfo>
        <DisplayName>Kerstin Kolke</DisplayName>
        <AccountId>1393</AccountId>
        <AccountType/>
      </UserInfo>
      <UserInfo>
        <DisplayName>Mark Heckmann</DisplayName>
        <AccountId>1168</AccountId>
        <AccountType/>
      </UserInfo>
      <UserInfo>
        <DisplayName>Friederike Dittberner</DisplayName>
        <AccountId>1813</AccountId>
        <AccountType/>
      </UserInfo>
      <UserInfo>
        <DisplayName>Tim Jungton</DisplayName>
        <AccountId>541</AccountId>
        <AccountType/>
      </UserInfo>
      <UserInfo>
        <DisplayName>Dominik D Schäfer</DisplayName>
        <AccountId>207</AccountId>
        <AccountType/>
      </UserInfo>
      <UserInfo>
        <DisplayName>Patrik Schütt</DisplayName>
        <AccountId>1847</AccountId>
        <AccountType/>
      </UserInfo>
      <UserInfo>
        <DisplayName>Silke Kornath</DisplayName>
        <AccountId>1783</AccountId>
        <AccountType/>
      </UserInfo>
      <UserInfo>
        <DisplayName>Malte-Bjarne Schulz</DisplayName>
        <AccountId>637</AccountId>
        <AccountType/>
      </UserInfo>
      <UserInfo>
        <DisplayName>Ulrike Bielawny</DisplayName>
        <AccountId>1802</AccountId>
        <AccountType/>
      </UserInfo>
      <UserInfo>
        <DisplayName>Franciska Scheffel</DisplayName>
        <AccountId>1812</AccountId>
        <AccountType/>
      </UserInfo>
      <UserInfo>
        <DisplayName>Anne Botor</DisplayName>
        <AccountId>1924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8F8BDDB2917414083224937C71BC5F5" ma:contentTypeVersion="17" ma:contentTypeDescription="Ein neues Dokument erstellen." ma:contentTypeScope="" ma:versionID="b0b44819ac3de3014bfcf2cb74f0ad63">
  <xsd:schema xmlns:xsd="http://www.w3.org/2001/XMLSchema" xmlns:xs="http://www.w3.org/2001/XMLSchema" xmlns:p="http://schemas.microsoft.com/office/2006/metadata/properties" xmlns:ns2="b2540627-7947-42d4-9a4a-9a1b60a3f68e" xmlns:ns3="1fd25953-9ef3-4c52-aaa1-399242d140cc" targetNamespace="http://schemas.microsoft.com/office/2006/metadata/properties" ma:root="true" ma:fieldsID="44756fb67677b0341278ee077a40de26" ns2:_="" ns3:_="">
    <xsd:import namespace="b2540627-7947-42d4-9a4a-9a1b60a3f68e"/>
    <xsd:import namespace="1fd25953-9ef3-4c52-aaa1-399242d140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40627-7947-42d4-9a4a-9a1b60a3f68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2860d20-dc19-4f12-ad6f-fe593ad73fb1}" ma:internalName="TaxCatchAll" ma:showField="CatchAllData" ma:web="b2540627-7947-42d4-9a4a-9a1b60a3f6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d25953-9ef3-4c52-aaa1-399242d14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A6D98F-5EA7-4297-AEDE-BE0C4F56FA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816A9D-078E-4550-842C-D387F79A4BE9}">
  <ds:schemaRefs>
    <ds:schemaRef ds:uri="http://purl.org/dc/elements/1.1/"/>
    <ds:schemaRef ds:uri="3e2d0921-1481-48ec-b682-5fb37d2f0b43"/>
    <ds:schemaRef ds:uri="http://schemas.microsoft.com/office/2006/metadata/properties"/>
    <ds:schemaRef ds:uri="http://purl.org/dc/dcmitype/"/>
    <ds:schemaRef ds:uri="edae8e83-dc98-4f65-a9fc-c1e018814ee1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terms/"/>
    <ds:schemaRef ds:uri="1fd25953-9ef3-4c52-aaa1-399242d140cc"/>
    <ds:schemaRef ds:uri="b2540627-7947-42d4-9a4a-9a1b60a3f68e"/>
  </ds:schemaRefs>
</ds:datastoreItem>
</file>

<file path=customXml/itemProps3.xml><?xml version="1.0" encoding="utf-8"?>
<ds:datastoreItem xmlns:ds="http://schemas.openxmlformats.org/officeDocument/2006/customXml" ds:itemID="{EDDE7256-7066-46BE-BEDA-19652783E6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40627-7947-42d4-9a4a-9a1b60a3f68e"/>
    <ds:schemaRef ds:uri="1fd25953-9ef3-4c52-aaa1-399242d14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DB InfraGO_16_9</Template>
  <TotalTime>0</TotalTime>
  <Words>120</Words>
  <Application>Microsoft Macintosh PowerPoint</Application>
  <PresentationFormat>Breitbild</PresentationFormat>
  <Paragraphs>28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DB Head Black</vt:lpstr>
      <vt:lpstr>DB Head Light</vt:lpstr>
      <vt:lpstr>DB Sans</vt:lpstr>
      <vt:lpstr>DB</vt:lpstr>
      <vt:lpstr>Eine Überschrift</vt:lpstr>
      <vt:lpstr>Eine Überschrift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 InfraGO AG</dc:title>
  <dc:creator>Sara-Marleen Kurilenko</dc:creator>
  <cp:lastModifiedBy>Mark Heckmann</cp:lastModifiedBy>
  <cp:revision>40</cp:revision>
  <dcterms:created xsi:type="dcterms:W3CDTF">2024-01-18T08:25:35Z</dcterms:created>
  <dcterms:modified xsi:type="dcterms:W3CDTF">2024-05-24T17:54:51Z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0x01010018F8BDDB2917414083224937C71BC5F5</vt:lpwstr>
  </property>
  <property fmtid="{D5CDD505-2E9C-101B-9397-08002B2CF9AE}" pid="3" name="MediaServiceImageTags">
    <vt:lpwstr/>
  </property>
</Properties>
</file>