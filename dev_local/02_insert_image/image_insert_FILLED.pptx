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97"/>
    <p:restoredTop sz="94694"/>
  </p:normalViewPr>
  <p:slideViewPr>
    <p:cSldViewPr>
      <p:cViewPr varScale="1">
        <p:scale>
          <a:sx n="117" d="100"/>
          <a:sy n="117" d="100"/>
        </p:scale>
        <p:origin x="1072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8" Type="http://schemas.openxmlformats.org/officeDocument/2006/relationships/tableStyles" Target="tableStyles.xml"/>
<Relationship Id="rId3" Type="http://schemas.openxmlformats.org/officeDocument/2006/relationships/slide" Target="slides/slide2.xml"/>
<Relationship Id="rId7" Type="http://schemas.openxmlformats.org/officeDocument/2006/relationships/theme" Target="theme/theme1.xml"/>
<Relationship Id="rId2" Type="http://schemas.openxmlformats.org/officeDocument/2006/relationships/slide" Target="slides/slide1.xml"/>
<Relationship Id="rId1" Type="http://schemas.openxmlformats.org/officeDocument/2006/relationships/slideMaster" Target="slideMasters/slideMaster1.xml"/>
<Relationship Id="rId6" Type="http://schemas.openxmlformats.org/officeDocument/2006/relationships/viewProps" Target="viewProps.xml"/>
<Relationship Id="rId5" Type="http://schemas.openxmlformats.org/officeDocument/2006/relationships/presProps" Target="presProps.xml"/>
<Relationship Id="rId4" Type="http://schemas.openxmlformats.org/officeDocument/2006/relationships/tags" Target="tags/tag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image" Target="../media/2e0bd30461758f2e1a1165a43fe0caf87b9e8de2.jpeg"/>
<Relationship Id="rId3" Type="http://schemas.openxmlformats.org/officeDocument/2006/relationships/image" Target="../media/8a26be9a0d0da79559489333c3bf86e9d2226701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image" Target="../media/2e0bd30461758f2e1a1165a43fe0caf87b9e8de2.jpeg"/>
<Relationship Id="rId3" Type="http://schemas.openxmlformats.org/officeDocument/2006/relationships/image" Target="../media/8a26be9a0d0da79559489333c3bf86e9d222670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Insert </a:t>
            </a:r>
            <a:r>
              <a:rPr lang="de-DE" dirty="0" err="1"/>
              <a:t>image</a:t>
            </a:r>
            <a:endParaRPr lang="de-DE" b="1" u="sng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625081" y="1556792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{1}</a:t>
            </a:r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76FC7685-435E-5613-5913-C8D9B830B7FB}"/>
              </a:ext>
            </a:extLst>
          </p:cNvPr>
          <p:cNvSpPr/>
          <p:nvPr/>
        </p:nvSpPr>
        <p:spPr>
          <a:xfrm>
            <a:off x="4802247" y="1556792"/>
            <a:ext cx="3716671" cy="23268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{2}</a:t>
            </a:r>
            <a:endParaRPr lang="de-DE" sz="1600" b="1" dirty="0">
              <a:solidFill>
                <a:srgbClr val="00B0F0"/>
              </a:solidFill>
            </a:endParaRPr>
          </a:p>
        </p:txBody>
      </p:sp>
      <p:sp>
        <p:nvSpPr>
          <p:cNvPr id="5" name="Rechteck 1">
            <a:extLst>
              <a:ext uri="{FF2B5EF4-FFF2-40B4-BE49-F238E27FC236}">
                <a16:creationId xmlns:a16="http://schemas.microsoft.com/office/drawing/2014/main" id="{CC97E5DE-2F7A-83F7-D17C-95E14826B2FC}"/>
              </a:ext>
            </a:extLst>
          </p:cNvPr>
          <p:cNvSpPr/>
          <p:nvPr/>
        </p:nvSpPr>
        <p:spPr>
          <a:xfrm>
            <a:off x="639415" y="4022786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{1}</a:t>
            </a:r>
          </a:p>
        </p:txBody>
      </p:sp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756075" y="1556792"/>
            <a:ext cx="3495722" cy="232684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770409" y="4022786"/>
            <a:ext cx="3495722" cy="232684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5884969" y="1556792"/>
            <a:ext cx="1551227" cy="232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5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Insert </a:t>
            </a:r>
            <a:r>
              <a:rPr lang="de-DE" dirty="0" err="1"/>
              <a:t>image</a:t>
            </a:r>
            <a:endParaRPr lang="de-DE" b="1" u="sng" dirty="0">
              <a:solidFill>
                <a:srgbClr val="0070C0"/>
              </a:solidFill>
              <a:highlight>
                <a:srgbClr val="C0C0C0"/>
              </a:highlight>
            </a:endParaRP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625081" y="1556792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{3}</a:t>
            </a:r>
          </a:p>
        </p:txBody>
      </p:sp>
      <p:sp>
        <p:nvSpPr>
          <p:cNvPr id="4" name="Rechteck 6">
            <a:extLst>
              <a:ext uri="{FF2B5EF4-FFF2-40B4-BE49-F238E27FC236}">
                <a16:creationId xmlns:a16="http://schemas.microsoft.com/office/drawing/2014/main" id="{76FC7685-435E-5613-5913-C8D9B830B7FB}"/>
              </a:ext>
            </a:extLst>
          </p:cNvPr>
          <p:cNvSpPr/>
          <p:nvPr/>
        </p:nvSpPr>
        <p:spPr>
          <a:xfrm>
            <a:off x="4802247" y="1556792"/>
            <a:ext cx="3716671" cy="23268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{4}</a:t>
            </a:r>
            <a:endParaRPr lang="de-DE" sz="1600" b="1" dirty="0">
              <a:solidFill>
                <a:srgbClr val="00B0F0"/>
              </a:solidFill>
            </a:endParaRPr>
          </a:p>
        </p:txBody>
      </p:sp>
      <p:sp>
        <p:nvSpPr>
          <p:cNvPr id="5" name="Rechteck 1">
            <a:extLst>
              <a:ext uri="{FF2B5EF4-FFF2-40B4-BE49-F238E27FC236}">
                <a16:creationId xmlns:a16="http://schemas.microsoft.com/office/drawing/2014/main" id="{A7CCB8A6-9F8E-11D2-6133-6B430F62E1C9}"/>
              </a:ext>
            </a:extLst>
          </p:cNvPr>
          <p:cNvSpPr/>
          <p:nvPr/>
        </p:nvSpPr>
        <p:spPr>
          <a:xfrm>
            <a:off x="625081" y="4137788"/>
            <a:ext cx="3757711" cy="23268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{1}</a:t>
            </a:r>
          </a:p>
        </p:txBody>
      </p:sp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756075" y="4137788"/>
            <a:ext cx="3495722" cy="232684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756075" y="1556792"/>
            <a:ext cx="3495722" cy="232684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5884969" y="1556792"/>
            <a:ext cx="1551227" cy="232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22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Macintosh PowerPoint</Application>
  <PresentationFormat>Bildschirmpräsentation 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Insert image</vt:lpstr>
      <vt:lpstr>Insert image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markheckmann</cp:lastModifiedBy>
  <cp:revision>19</cp:revision>
  <dcterms:created xsi:type="dcterms:W3CDTF">2017-02-13T16:18:36Z</dcterms:created>
  <dcterms:modified xsi:type="dcterms:W3CDTF">2024-05-26T17:06:53Z</dcterms:modified>
  <cp:category/>
</cp:coreProperties>
</file>