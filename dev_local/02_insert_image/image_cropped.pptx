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46"/>
    <p:restoredTop sz="94694"/>
  </p:normalViewPr>
  <p:slideViewPr>
    <p:cSldViewPr>
      <p:cViewPr varScale="1">
        <p:scale>
          <a:sx n="106" d="100"/>
          <a:sy n="106" d="100"/>
        </p:scale>
        <p:origin x="184" y="4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29/05/2024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29/05/2024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63" y="170412"/>
            <a:ext cx="7634200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Insert image</a:t>
            </a:r>
            <a:endParaRPr lang="en-US" sz="4500" b="1" u="sng" kern="1200">
              <a:solidFill>
                <a:schemeClr val="tx1"/>
              </a:solidFill>
              <a:highlight>
                <a:srgbClr val="C0C0C0"/>
              </a:highlight>
              <a:latin typeface="+mj-lt"/>
              <a:ea typeface="+mj-ea"/>
              <a:cs typeface="+mj-cs"/>
            </a:endParaRPr>
          </a:p>
        </p:txBody>
      </p:sp>
      <p:pic>
        <p:nvPicPr>
          <p:cNvPr id="6" name="Inhaltsplatzhalter 5"/>
          <p:cNvPicPr>
            <a:picLocks noGrp="1"/>
          </p:cNvPicPr>
          <p:nvPr>
            <p:ph/>
          </p:nvPr>
        </p:nvPicPr>
        <p:blipFill rotWithShape="1">
          <a:blip r:embed="rId2" cstate="print"/>
          <a:srcRect l="8680" r="16918" b="-3"/>
          <a:stretch/>
        </p:blipFill>
        <p:spPr>
          <a:xfrm>
            <a:off x="149055" y="2410448"/>
            <a:ext cx="4320000" cy="3890357"/>
          </a:xfrm>
          <a:prstGeom prst="rect">
            <a:avLst/>
          </a:prstGeom>
        </p:spPr>
      </p:pic>
      <p:pic>
        <p:nvPicPr>
          <p:cNvPr id="13" name="Inhaltsplatzhalter 5">
            <a:extLst>
              <a:ext uri="{FF2B5EF4-FFF2-40B4-BE49-F238E27FC236}">
                <a16:creationId xmlns:a16="http://schemas.microsoft.com/office/drawing/2014/main" id="{61AB8754-1962-6A8B-A6D0-F3657B0899DC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/>
          <a:stretch/>
        </p:blipFill>
        <p:spPr>
          <a:xfrm>
            <a:off x="5580112" y="2708919"/>
            <a:ext cx="2376264" cy="29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Bildschirmpräsentation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Insert image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21</cp:revision>
  <dcterms:created xsi:type="dcterms:W3CDTF">2017-02-13T16:18:36Z</dcterms:created>
  <dcterms:modified xsi:type="dcterms:W3CDTF">2024-05-29T07:28:05Z</dcterms:modified>
  <cp:category/>
</cp:coreProperties>
</file>