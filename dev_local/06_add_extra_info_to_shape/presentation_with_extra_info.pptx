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97"/>
    <p:restoredTop sz="94694"/>
  </p:normalViewPr>
  <p:slideViewPr>
    <p:cSldViewPr>
      <p:cViewPr varScale="1">
        <p:scale>
          <a:sx n="117" d="100"/>
          <a:sy n="117" d="100"/>
        </p:scale>
        <p:origin x="1072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8" Type="http://schemas.openxmlformats.org/officeDocument/2006/relationships/tableStyles" Target="tableStyles.xml"/>
<Relationship Id="rId3" Type="http://schemas.openxmlformats.org/officeDocument/2006/relationships/slide" Target="slides/slide2.xml"/>
<Relationship Id="rId7" Type="http://schemas.openxmlformats.org/officeDocument/2006/relationships/theme" Target="theme/theme1.xml"/>
<Relationship Id="rId2" Type="http://schemas.openxmlformats.org/officeDocument/2006/relationships/slide" Target="slides/slide1.xml"/>
<Relationship Id="rId1" Type="http://schemas.openxmlformats.org/officeDocument/2006/relationships/slideMaster" Target="slideMasters/slideMaster1.xml"/>
<Relationship Id="rId6" Type="http://schemas.openxmlformats.org/officeDocument/2006/relationships/viewProps" Target="viewProps.xml"/>
<Relationship Id="rId5" Type="http://schemas.openxmlformats.org/officeDocument/2006/relationships/presProps" Target="presProps.xml"/>
<Relationship Id="rId4" Type="http://schemas.openxmlformats.org/officeDocument/2006/relationships/tags" Target="tags/tag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td="http://www.talkingdata.de">
        <p:nvSpPr>
          <p:cNvPr id="2" name="Titel 3">
            <a:extLst>
              <a:ext uri="{FF2B5EF4-FFF2-40B4-BE49-F238E27FC236}">
                <a16:creationId xmlns:a16="http://schemas.microsoft.com/office/drawing/2014/main" id="{817BFEC8-D7B4-3465-B347-E772E594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Insert </a:t>
            </a:r>
            <a:r>
              <a:rPr lang="de-DE" dirty="0" err="1"/>
              <a:t>image</a:t>
            </a:r>
            <a:endParaRPr lang="de-DE" b="1" u="sng" dirty="0">
              <a:solidFill>
                <a:srgbClr val="0070C0"/>
              </a:solidFill>
              <a:highlight>
                <a:srgbClr val="C0C0C0"/>
              </a:highlight>
            </a:endParaRPr>
          </a:p>
        </p:txBody>
        <p:extLst>
          <p:ext uri="http://talkingdata.de/schema">
            <td:data>
              <td:image>
                <file path="my/path" epoch_ts="1717847331.70234" name="filename.png"/>
                <frame top="0" left="0" width="3" height="4"/>
                <a:xfrm>
                  <a:off x="0" y="0"/>
                  <a:ext cx="0" cy="0"/>
                  <a:chOff x="0" y="0"/>
                  <a:chExt cx="0" cy="0"/>
                </a:xfrm>
              </td:image>
            </td:data>
          </p:ext>
        </p:extLst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4D1E9E1C-9088-9A45-C9C3-C32AAB04F5F9}"/>
              </a:ext>
            </a:extLst>
          </p:cNvPr>
          <p:cNvSpPr/>
          <p:nvPr/>
        </p:nvSpPr>
        <p:spPr>
          <a:xfrm>
            <a:off x="625081" y="1556792"/>
            <a:ext cx="3757711" cy="2326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{1}</a:t>
            </a:r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76FC7685-435E-5613-5913-C8D9B830B7FB}"/>
              </a:ext>
            </a:extLst>
          </p:cNvPr>
          <p:cNvSpPr/>
          <p:nvPr/>
        </p:nvSpPr>
        <p:spPr>
          <a:xfrm>
            <a:off x="4802247" y="1556792"/>
            <a:ext cx="3716671" cy="23268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{2}</a:t>
            </a:r>
            <a:endParaRPr lang="de-DE" sz="1600" b="1" dirty="0">
              <a:solidFill>
                <a:srgbClr val="00B0F0"/>
              </a:solidFill>
            </a:endParaRPr>
          </a:p>
        </p:txBody>
      </p:sp>
      <p:sp>
        <p:nvSpPr>
          <p:cNvPr id="5" name="Rechteck 1">
            <a:extLst>
              <a:ext uri="{FF2B5EF4-FFF2-40B4-BE49-F238E27FC236}">
                <a16:creationId xmlns:a16="http://schemas.microsoft.com/office/drawing/2014/main" id="{CC97E5DE-2F7A-83F7-D17C-95E14826B2FC}"/>
              </a:ext>
            </a:extLst>
          </p:cNvPr>
          <p:cNvSpPr/>
          <p:nvPr/>
        </p:nvSpPr>
        <p:spPr>
          <a:xfrm>
            <a:off x="625081" y="4137788"/>
            <a:ext cx="3757711" cy="2326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{1}</a:t>
            </a:r>
          </a:p>
        </p:txBody>
      </p:sp>
    </p:spTree>
    <p:extLst>
      <p:ext uri="{BB962C8B-B14F-4D97-AF65-F5344CB8AC3E}">
        <p14:creationId xmlns:p14="http://schemas.microsoft.com/office/powerpoint/2010/main" val="3228154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3">
            <a:extLst>
              <a:ext uri="{FF2B5EF4-FFF2-40B4-BE49-F238E27FC236}">
                <a16:creationId xmlns:a16="http://schemas.microsoft.com/office/drawing/2014/main" id="{817BFEC8-D7B4-3465-B347-E772E594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Insert </a:t>
            </a:r>
            <a:r>
              <a:rPr lang="de-DE" dirty="0" err="1"/>
              <a:t>image</a:t>
            </a:r>
            <a:endParaRPr lang="de-DE" b="1" u="sng" dirty="0">
              <a:solidFill>
                <a:srgbClr val="0070C0"/>
              </a:solidFill>
              <a:highlight>
                <a:srgbClr val="C0C0C0"/>
              </a:highlight>
            </a:endParaRPr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4D1E9E1C-9088-9A45-C9C3-C32AAB04F5F9}"/>
              </a:ext>
            </a:extLst>
          </p:cNvPr>
          <p:cNvSpPr/>
          <p:nvPr/>
        </p:nvSpPr>
        <p:spPr>
          <a:xfrm>
            <a:off x="625081" y="1556792"/>
            <a:ext cx="3757711" cy="2326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{3}</a:t>
            </a:r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76FC7685-435E-5613-5913-C8D9B830B7FB}"/>
              </a:ext>
            </a:extLst>
          </p:cNvPr>
          <p:cNvSpPr/>
          <p:nvPr/>
        </p:nvSpPr>
        <p:spPr>
          <a:xfrm>
            <a:off x="4802247" y="1556792"/>
            <a:ext cx="3716671" cy="23268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{4}</a:t>
            </a:r>
            <a:endParaRPr lang="de-DE" sz="1600" b="1" dirty="0">
              <a:solidFill>
                <a:srgbClr val="00B0F0"/>
              </a:solidFill>
            </a:endParaRPr>
          </a:p>
        </p:txBody>
      </p:sp>
      <p:sp>
        <p:nvSpPr>
          <p:cNvPr id="5" name="Rechteck 1">
            <a:extLst>
              <a:ext uri="{FF2B5EF4-FFF2-40B4-BE49-F238E27FC236}">
                <a16:creationId xmlns:a16="http://schemas.microsoft.com/office/drawing/2014/main" id="{A7CCB8A6-9F8E-11D2-6133-6B430F62E1C9}"/>
              </a:ext>
            </a:extLst>
          </p:cNvPr>
          <p:cNvSpPr/>
          <p:nvPr/>
        </p:nvSpPr>
        <p:spPr>
          <a:xfrm>
            <a:off x="625081" y="4137788"/>
            <a:ext cx="3757711" cy="2326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{1}</a:t>
            </a:r>
          </a:p>
        </p:txBody>
      </p:sp>
    </p:spTree>
    <p:extLst>
      <p:ext uri="{BB962C8B-B14F-4D97-AF65-F5344CB8AC3E}">
        <p14:creationId xmlns:p14="http://schemas.microsoft.com/office/powerpoint/2010/main" val="716022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Macintosh PowerPoint</Application>
  <PresentationFormat>Bildschirmpräsentation (4:3)</PresentationFormat>
  <Paragraphs>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Insert image</vt:lpstr>
      <vt:lpstr>Insert image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markheckmann</cp:lastModifiedBy>
  <cp:revision>20</cp:revision>
  <dcterms:created xsi:type="dcterms:W3CDTF">2017-02-13T16:18:36Z</dcterms:created>
  <dcterms:modified xsi:type="dcterms:W3CDTF">2024-06-08T13:48:51Z</dcterms:modified>
  <cp:category/>
</cp:coreProperties>
</file>