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94664"/>
  </p:normalViewPr>
  <p:slideViewPr>
    <p:cSldViewPr>
      <p:cViewPr varScale="1">
        <p:scale>
          <a:sx n="88" d="100"/>
          <a:sy n="88" d="100"/>
        </p:scale>
        <p:origin x="192" y="1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_ph"/>
          <p:cNvSpPr>
            <a:spLocks noGrp="1"/>
          </p:cNvSpPr>
          <p:nvPr>
            <p:ph/>
          </p:nvPr>
        </p:nvSpPr>
        <p:spPr>
          <a:xfrm>
            <a:off x="0" y="-457200"/>
            <a:ext cx="9144000" cy="9144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63500" marR="63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cap="none" sz="2000" i="0" b="0" u="non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layout ="Title Slide", master = "Office Theme"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type= dt , index= 4 , ph_label= Date Placeholder 3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/>
              <a:t>type= ftr , index= 5 , ph_label= Footer Placeholder 4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type= sldNum , index= 6 , ph_label= Slide Number Placeholder 5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type= ctrTitle , index= 2 , ph_label= Title 1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type= subTitle , index= 3 , ph_label= Subtitle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_ph"/>
          <p:cNvSpPr>
            <a:spLocks noGrp="1"/>
          </p:cNvSpPr>
          <p:nvPr>
            <p:ph/>
          </p:nvPr>
        </p:nvSpPr>
        <p:spPr>
          <a:xfrm>
            <a:off x="0" y="-457200"/>
            <a:ext cx="9144000" cy="9144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63500" marR="63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cap="none" sz="2000" i="0" b="0" u="non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layout ="Title and Content", master = "Office Theme"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type= body , index= 3 , ph_label= Content Placeholder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type= dt , index= 4 , ph_label= Date Placeholder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/>
              <a:t>type= ftr , index= 5 , ph_label= Footer Placeholder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type= sldNum , index= 6 , ph_label= Slide Number Placeholder 5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type= title , index= 2 , ph_label= Title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_ph"/>
          <p:cNvSpPr>
            <a:spLocks noGrp="1"/>
          </p:cNvSpPr>
          <p:nvPr>
            <p:ph/>
          </p:nvPr>
        </p:nvSpPr>
        <p:spPr>
          <a:xfrm>
            <a:off x="0" y="-457200"/>
            <a:ext cx="9144000" cy="9144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63500" marR="63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cap="none" sz="2000" i="0" b="0" u="non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layout ="Section Header", master = "Office Theme"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type= body , index= 3 , ph_label= Text Placeholder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type= dt , index= 4 , ph_label= Date Placeholder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/>
              <a:t>type= ftr , index= 5 , ph_label= Footer Placeholder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type= sldNum , index= 6 , ph_label= Slide Number Placeholder 5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type= title , index= 2 , ph_label= Title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_ph"/>
          <p:cNvSpPr>
            <a:spLocks noGrp="1"/>
          </p:cNvSpPr>
          <p:nvPr>
            <p:ph/>
          </p:nvPr>
        </p:nvSpPr>
        <p:spPr>
          <a:xfrm>
            <a:off x="0" y="-457200"/>
            <a:ext cx="9144000" cy="9144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63500" marR="63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cap="none" sz="2000" i="0" b="0" u="non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layout ="Two Content", master = "Office Theme"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/>
              <a:t>type= body , index= 3 , ph_label= Content Placeholder 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r>
              <a:rPr/>
              <a:t>type= body , index= 4 , ph_label= Content Placeholder 3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type= dt , index= 5 , ph_label= Date Placeholder 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/>
              <a:t>type= ftr , index= 6 , ph_label= Footer Placeholder 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type= sldNum , index= 7 , ph_label= Slide Number Placeholder 6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type= title , index= 2 , ph_label= Title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_ph"/>
          <p:cNvSpPr>
            <a:spLocks noGrp="1"/>
          </p:cNvSpPr>
          <p:nvPr>
            <p:ph/>
          </p:nvPr>
        </p:nvSpPr>
        <p:spPr>
          <a:xfrm>
            <a:off x="0" y="-457200"/>
            <a:ext cx="9144000" cy="9144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63500" marR="63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cap="none" sz="2000" i="0" b="0" u="non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layout ="Comparison", master = "Office Theme"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/>
          <a:lstStyle/>
          <a:p>
            <a:r>
              <a:rPr/>
              <a:t>type= body , index= 5 , ph_label= Text Placeholder 4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/>
          <a:p>
            <a:r>
              <a:rPr/>
              <a:t>type= body , index= 6 , ph_label= Content Placeholder 5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/>
          <a:p>
            <a:r>
              <a:rPr/>
              <a:t>type= body , index= 4 , ph_label= Content Placeholder 3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/>
          <a:lstStyle/>
          <a:p>
            <a:r>
              <a:rPr/>
              <a:t>type= body , index= 3 , ph_label= Text Placeholder 2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type= dt , index= 7 , ph_label= Date Placeholder 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/>
              <a:t>type= ftr , index= 8 , ph_label= Footer Placeholder 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type= sldNum , index= 9 , ph_label= Slide Number Placeholder 8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type= title , index= 2 , ph_label= Title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_ph"/>
          <p:cNvSpPr>
            <a:spLocks noGrp="1"/>
          </p:cNvSpPr>
          <p:nvPr>
            <p:ph/>
          </p:nvPr>
        </p:nvSpPr>
        <p:spPr>
          <a:xfrm>
            <a:off x="0" y="-457200"/>
            <a:ext cx="9144000" cy="9144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63500" marR="63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cap="none" sz="2000" i="0" b="0" u="non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layout ="Title Only", master = "Office Theme"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type= dt , index= 3 , ph_label= Date Placeholder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/>
              <a:t>type= ftr , index= 4 , ph_label= Footer Placeholder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type= sldNum , index= 5 , ph_label= Slide Number Placeholder 4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type= title , index= 2 , ph_label= Title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_ph"/>
          <p:cNvSpPr>
            <a:spLocks noGrp="1"/>
          </p:cNvSpPr>
          <p:nvPr>
            <p:ph/>
          </p:nvPr>
        </p:nvSpPr>
        <p:spPr>
          <a:xfrm>
            <a:off x="0" y="-457200"/>
            <a:ext cx="9144000" cy="9144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63500" marR="63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cap="none" sz="2000" i="0" b="0" u="non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layout ="Blank", master = "Office Theme"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type= dt , index= 2 , ph_label= Date Placeholder 1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/>
              <a:t>type= ftr , index= 3 , ph_label= Footer Placeholder 2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type= sldNum , index= 4 , ph_label= Slide Number Placeholder 3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Bildschirmpräsentation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Header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markheckmann</cp:lastModifiedBy>
  <cp:revision>16</cp:revision>
  <dcterms:created xsi:type="dcterms:W3CDTF">2017-02-13T16:18:36Z</dcterms:created>
  <dcterms:modified xsi:type="dcterms:W3CDTF">2024-05-28T15:19:55Z</dcterms:modified>
  <cp:category/>
</cp:coreProperties>
</file>